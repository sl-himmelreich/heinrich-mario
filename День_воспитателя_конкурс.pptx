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Открытка ко Дню воспитателя (27 сентября). Слайд-заставка перед началом конкурса.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приветствует воспитателей, объясняет правила: команды, четыре раунда, за верный ответ — 1 очко. В финале считаем очки.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Раунд 1. Показываем 8 фото. На каждом слайде с фото идёт отсчёт 45 секунд, затем слайд сам переходит к ответу (можно и раньше — щелчком).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1 — Людмила Виолетта.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1: Людмила Виолетта.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2 — Леонова Ирина Александровна.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2: Леонова Ирина Александровна.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3 — Литвиненко Алёна Александровна.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3: Литвиненко Алёна Александровна.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4 — Леонова Ирина Александровна.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4: Леонова Ирина Александровна.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5 — Исупова Наталия Ростиславовна.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5: Исупова Наталия Ростиславовна.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6 — Белик Людмила Владимировна.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6: Белик Людмила Владимировна.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7 — Царькова Анастасия Вячеславовна.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7: Царькова Анастасия Вячеславовна.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8 — Захарова Ирина Алексеевна.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8: Захарова Ирина Алексеевна.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Раунд 2. Десять вопросов на двух слайдах. Каждый щелчок (или стрелка) открывает ответ на очередной вопрос. Ответы также в заметках.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 (появляются по щелчку, за верный ответ — 1 очко): 1) 5 октября; 2) Группа продлённого дня; 3) 45 минут; 4) Перемена; 5) День знаний.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 (появляются по щелчку, за верный ответ — 1 очко): 6) В дневник; 7) Пять; 8) Классный журнал; 9) Осень; 10) Конечно, воспитатель!.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Раунд 3. Четырнадцать пословиц на двух слайдах. Каждый щелчок открывает окончание очередной пословицы.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 (по щелчку): 1) Ученье — свет, а неученье — тьма. 2) Без труда не вытащишь и рыбку из пруда. 3) Повторенье — мать ученья. 4) Терпенье и труд всё перетрут. 5) Век живи — век учись. 6) Грамоте учиться — всегда пригодится. 7) Что посеешь, то и пожнёшь.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 (по щелчку): 8) Не стыдно не знать, стыдно не учиться. 9) Корень ученья горек, да плод его сладок. 10) Кто много читает, тот много знает. 11) Делу время, потехе час. 12) Сделал дело — гуляй смело. 13) Семь раз отмерь — один раз отрежь. 14) Яблоко от яблони недалеко падает.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Раунд 4. Восемь песен — школьных и осенних, на двух слайдах. Каждый щелчок открывает продолжение очередной песни.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Продолжения (по щелчку): 1) …учат в школе, учат в школе, учат в школе!» 2) …от улыбки в небе радуга проснётся» 3) …и, конечно, припевать лучше хором» 4) …а вода по асфальту рекой»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Продолжения (по щелчку): 5) …пойдём копать картошку!» 6) …с тихим шорохом нам под ноги ложатся» 7) …плачущее небо под ногами» 8) …это всем известно в целом мире»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Финал: подсчёт очков, награждение команд, поздравление.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PHOTO_Q-image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PHOTO_A-image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_Q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pic" idx="100" hasCustomPrompt="1"/>
          </p:nvPr>
        </p:nvSpPr>
        <p:spPr>
          <a:xfrm>
            <a:off x="658368" y="841248"/>
            <a:ext cx="3072384" cy="3758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Щёлкните значок, чтобы вставить фото коллеги</a:t>
            </a:r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_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pic" idx="100" hasCustomPrompt="1"/>
          </p:nvPr>
        </p:nvSpPr>
        <p:spPr>
          <a:xfrm>
            <a:off x="658368" y="1005840"/>
            <a:ext cx="2615184" cy="33009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Щёлкните значок, чтобы вставить фото коллеги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jp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jp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jp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jp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jp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jp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jp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jp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jp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jp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jp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jp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jp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jp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jp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jpe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jpe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4.png"/><Relationship Id="rId6" Type="http://schemas.openxmlformats.org/officeDocument/2006/relationships/image" Target="../media/image-27-4.png"/><Relationship Id="rId7" Type="http://schemas.openxmlformats.org/officeDocument/2006/relationships/image" Target="../media/image-27-4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jpe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4.png"/><Relationship Id="rId6" Type="http://schemas.openxmlformats.org/officeDocument/2006/relationships/image" Target="../media/image-28-4.png"/><Relationship Id="rId7" Type="http://schemas.openxmlformats.org/officeDocument/2006/relationships/image" Target="../media/image-28-4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lak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botto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274320" y="274320"/>
            <a:ext cx="8595360" cy="4594860"/>
          </a:xfrm>
          <a:prstGeom prst="rect">
            <a:avLst/>
          </a:prstGeom>
          <a:ln w="19050">
            <a:solidFill>
              <a:srgbClr val="EBB021"/>
            </a:solidFill>
            <a:prstDash val="solid"/>
          </a:ln>
        </p:spPr>
      </p:sp>
      <p:pic>
        <p:nvPicPr>
          <p:cNvPr id="5" name="Image 2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384048"/>
            <a:ext cx="1143000" cy="1143000"/>
          </a:xfrm>
          <a:prstGeom prst="rect">
            <a:avLst/>
          </a:prstGeom>
        </p:spPr>
      </p:pic>
      <p:pic>
        <p:nvPicPr>
          <p:cNvPr id="6" name="Image 3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320040"/>
            <a:ext cx="1188720" cy="1188720"/>
          </a:xfrm>
          <a:prstGeom prst="rect">
            <a:avLst/>
          </a:prstGeom>
        </p:spPr>
      </p:pic>
      <p:pic>
        <p:nvPicPr>
          <p:cNvPr id="7" name="Image 4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611880"/>
            <a:ext cx="1097280" cy="1097280"/>
          </a:xfrm>
          <a:prstGeom prst="rect">
            <a:avLst/>
          </a:prstGeom>
        </p:spPr>
      </p:pic>
      <p:pic>
        <p:nvPicPr>
          <p:cNvPr id="8" name="Image 5" descr="/tmp/claude-0/-home-user-heinrich-mario/e7688653-8e48-5480-a009-7b18c0e4f8cc/scratchpad/art/leaf_win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3703320"/>
            <a:ext cx="1051560" cy="1051560"/>
          </a:xfrm>
          <a:prstGeom prst="rect">
            <a:avLst/>
          </a:prstGeom>
        </p:spPr>
      </p:pic>
      <p:sp>
        <p:nvSpPr>
          <p:cNvPr id="9" name="Text 1"/>
          <p:cNvSpPr txBox="1"/>
          <p:nvPr/>
        </p:nvSpPr>
        <p:spPr>
          <a:xfrm>
            <a:off x="914400" y="1325880"/>
            <a:ext cx="7315200" cy="3657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6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СЕНТЯБРЯ</a:t>
            </a:r>
            <a:endParaRPr lang="en-US" sz="1600" dirty="0"/>
          </a:p>
        </p:txBody>
      </p:sp>
      <p:sp>
        <p:nvSpPr>
          <p:cNvPr id="10" name="Text 2"/>
          <p:cNvSpPr txBox="1"/>
          <p:nvPr/>
        </p:nvSpPr>
        <p:spPr>
          <a:xfrm>
            <a:off x="457200" y="1737360"/>
            <a:ext cx="8229600" cy="96012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 Днём воспитателя!</a:t>
            </a:r>
            <a:endParaRPr lang="en-US" sz="4600" dirty="0"/>
          </a:p>
        </p:txBody>
      </p:sp>
      <p:sp>
        <p:nvSpPr>
          <p:cNvPr id="11" name="Text 3"/>
          <p:cNvSpPr txBox="1"/>
          <p:nvPr/>
        </p:nvSpPr>
        <p:spPr>
          <a:xfrm>
            <a:off x="1463040" y="2880360"/>
            <a:ext cx="6217920" cy="86868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Дорогие воспитатели нашей школы! Пусть эта осень дарит вам тепло, а работа — радость, вдохновение и благодарные улыбки детей.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art/leaves_roun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3657600" cy="42291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3" name="Text 0"/>
          <p:cNvSpPr txBox="1"/>
          <p:nvPr/>
        </p:nvSpPr>
        <p:spPr>
          <a:xfrm>
            <a:off x="4526280" y="4572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КОНКУРС ДЛЯ ВОСПИТАТЕЛЕЙ ШКОЛЫ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4526280" y="749808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Осенний марафон воспитателей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4526280" y="1691640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Дорогие коллеги! Сегодня никто никого не проверяет: мы вспоминаем, поём и радуемся друг другу. Вас ждут четыре раунда и финал.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526280" y="2560320"/>
            <a:ext cx="292608" cy="29260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4526280" y="2560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937760" y="2542032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Узнай коллегу по фото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26280" y="2926080"/>
            <a:ext cx="292608" cy="29260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526280" y="29260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937760" y="2907792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Блиц-опрос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526280" y="3291840"/>
            <a:ext cx="292608" cy="29260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452628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937760" y="3273552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Закончи пословицу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4526280" y="3657600"/>
            <a:ext cx="292608" cy="29260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52628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4937760" y="3639312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Продолжи песню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4023360"/>
            <a:ext cx="292608" cy="292608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52628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4937760" y="4005072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Финал и награждение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526280" y="4407408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каждый верный ответ команда получает 1 очко. Побеждает команда, набравшая к финалу больше всех очков!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fores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fl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22960" y="160020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5" name="Text 1"/>
          <p:cNvSpPr txBox="1"/>
          <p:nvPr/>
        </p:nvSpPr>
        <p:spPr>
          <a:xfrm>
            <a:off x="822960" y="160020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274320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2743200" y="1691640"/>
            <a:ext cx="5943600" cy="118872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Узнай коллегу по фото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2743200" y="3017520"/>
            <a:ext cx="56692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экране — детская фотография коллеги. Кто это? Обсуждайте в командах: на ответ — 45 секунд, затем экран покажет, кто это.</a:t>
            </a:r>
            <a:endParaRPr lang="en-US" sz="1600" dirty="0"/>
          </a:p>
        </p:txBody>
      </p:sp>
      <p:pic>
        <p:nvPicPr>
          <p:cNvPr id="9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3840480"/>
            <a:ext cx="1005840" cy="1005840"/>
          </a:xfrm>
          <a:prstGeom prst="rect">
            <a:avLst/>
          </a:prstGeom>
        </p:spPr>
      </p:pic>
      <p:pic>
        <p:nvPicPr>
          <p:cNvPr id="10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393192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1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368" y="841248"/>
            <a:ext cx="3072384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23560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6" name="CD_45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6000" dirty="0"/>
          </a:p>
        </p:txBody>
      </p:sp>
      <p:sp>
        <p:nvSpPr>
          <p:cNvPr id="7" name="CD_44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6000" dirty="0"/>
          </a:p>
        </p:txBody>
      </p:sp>
      <p:sp>
        <p:nvSpPr>
          <p:cNvPr id="8" name="CD_43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6000" dirty="0"/>
          </a:p>
        </p:txBody>
      </p:sp>
      <p:sp>
        <p:nvSpPr>
          <p:cNvPr id="9" name="CD_42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6000" dirty="0"/>
          </a:p>
        </p:txBody>
      </p:sp>
      <p:sp>
        <p:nvSpPr>
          <p:cNvPr id="10" name="CD_41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6000" dirty="0"/>
          </a:p>
        </p:txBody>
      </p:sp>
      <p:sp>
        <p:nvSpPr>
          <p:cNvPr id="11" name="CD_40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6000" dirty="0"/>
          </a:p>
        </p:txBody>
      </p:sp>
      <p:sp>
        <p:nvSpPr>
          <p:cNvPr id="12" name="CD_39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6000" dirty="0"/>
          </a:p>
        </p:txBody>
      </p:sp>
      <p:sp>
        <p:nvSpPr>
          <p:cNvPr id="13" name="CD_38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6000" dirty="0"/>
          </a:p>
        </p:txBody>
      </p:sp>
      <p:sp>
        <p:nvSpPr>
          <p:cNvPr id="14" name="CD_37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6000" dirty="0"/>
          </a:p>
        </p:txBody>
      </p:sp>
      <p:sp>
        <p:nvSpPr>
          <p:cNvPr id="15" name="CD_36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6000" dirty="0"/>
          </a:p>
        </p:txBody>
      </p:sp>
      <p:sp>
        <p:nvSpPr>
          <p:cNvPr id="16" name="CD_35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6000" dirty="0"/>
          </a:p>
        </p:txBody>
      </p:sp>
      <p:sp>
        <p:nvSpPr>
          <p:cNvPr id="17" name="CD_34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6000" dirty="0"/>
          </a:p>
        </p:txBody>
      </p:sp>
      <p:sp>
        <p:nvSpPr>
          <p:cNvPr id="18" name="CD_33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6000" dirty="0"/>
          </a:p>
        </p:txBody>
      </p:sp>
      <p:sp>
        <p:nvSpPr>
          <p:cNvPr id="19" name="CD_32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6000" dirty="0"/>
          </a:p>
        </p:txBody>
      </p:sp>
      <p:sp>
        <p:nvSpPr>
          <p:cNvPr id="20" name="CD_31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6000" dirty="0"/>
          </a:p>
        </p:txBody>
      </p:sp>
      <p:sp>
        <p:nvSpPr>
          <p:cNvPr id="21" name="CD_30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6000" dirty="0"/>
          </a:p>
        </p:txBody>
      </p:sp>
      <p:sp>
        <p:nvSpPr>
          <p:cNvPr id="22" name="CD_29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6000" dirty="0"/>
          </a:p>
        </p:txBody>
      </p:sp>
      <p:sp>
        <p:nvSpPr>
          <p:cNvPr id="23" name="CD_28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6000" dirty="0"/>
          </a:p>
        </p:txBody>
      </p:sp>
      <p:sp>
        <p:nvSpPr>
          <p:cNvPr id="24" name="CD_27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6000" dirty="0"/>
          </a:p>
        </p:txBody>
      </p:sp>
      <p:sp>
        <p:nvSpPr>
          <p:cNvPr id="25" name="CD_26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6000" dirty="0"/>
          </a:p>
        </p:txBody>
      </p:sp>
      <p:sp>
        <p:nvSpPr>
          <p:cNvPr id="26" name="CD_25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6000" dirty="0"/>
          </a:p>
        </p:txBody>
      </p:sp>
      <p:sp>
        <p:nvSpPr>
          <p:cNvPr id="27" name="CD_24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6000" dirty="0"/>
          </a:p>
        </p:txBody>
      </p:sp>
      <p:sp>
        <p:nvSpPr>
          <p:cNvPr id="28" name="CD_23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6000" dirty="0"/>
          </a:p>
        </p:txBody>
      </p:sp>
      <p:sp>
        <p:nvSpPr>
          <p:cNvPr id="29" name="CD_22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6000" dirty="0"/>
          </a:p>
        </p:txBody>
      </p:sp>
      <p:sp>
        <p:nvSpPr>
          <p:cNvPr id="30" name="CD_21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6000" dirty="0"/>
          </a:p>
        </p:txBody>
      </p:sp>
      <p:sp>
        <p:nvSpPr>
          <p:cNvPr id="31" name="CD_20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6000" dirty="0"/>
          </a:p>
        </p:txBody>
      </p:sp>
      <p:sp>
        <p:nvSpPr>
          <p:cNvPr id="32" name="CD_19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6000" dirty="0"/>
          </a:p>
        </p:txBody>
      </p:sp>
      <p:sp>
        <p:nvSpPr>
          <p:cNvPr id="33" name="CD_18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6000" dirty="0"/>
          </a:p>
        </p:txBody>
      </p:sp>
      <p:sp>
        <p:nvSpPr>
          <p:cNvPr id="34" name="CD_17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6000" dirty="0"/>
          </a:p>
        </p:txBody>
      </p:sp>
      <p:sp>
        <p:nvSpPr>
          <p:cNvPr id="35" name="CD_16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6000" dirty="0"/>
          </a:p>
        </p:txBody>
      </p:sp>
      <p:sp>
        <p:nvSpPr>
          <p:cNvPr id="36" name="CD_15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6000" dirty="0"/>
          </a:p>
        </p:txBody>
      </p:sp>
      <p:sp>
        <p:nvSpPr>
          <p:cNvPr id="37" name="CD_14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6000" dirty="0"/>
          </a:p>
        </p:txBody>
      </p:sp>
      <p:sp>
        <p:nvSpPr>
          <p:cNvPr id="38" name="CD_13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6000" dirty="0"/>
          </a:p>
        </p:txBody>
      </p:sp>
      <p:sp>
        <p:nvSpPr>
          <p:cNvPr id="39" name="CD_12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6000" dirty="0"/>
          </a:p>
        </p:txBody>
      </p:sp>
      <p:sp>
        <p:nvSpPr>
          <p:cNvPr id="40" name="CD_11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6000" dirty="0"/>
          </a:p>
        </p:txBody>
      </p:sp>
      <p:sp>
        <p:nvSpPr>
          <p:cNvPr id="41" name="CD_10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42" name="CD_9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6000" dirty="0"/>
          </a:p>
        </p:txBody>
      </p:sp>
      <p:sp>
        <p:nvSpPr>
          <p:cNvPr id="43" name="CD_8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6000" dirty="0"/>
          </a:p>
        </p:txBody>
      </p:sp>
      <p:sp>
        <p:nvSpPr>
          <p:cNvPr id="44" name="CD_7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6000" dirty="0"/>
          </a:p>
        </p:txBody>
      </p:sp>
      <p:sp>
        <p:nvSpPr>
          <p:cNvPr id="45" name="CD_6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6000" dirty="0"/>
          </a:p>
        </p:txBody>
      </p:sp>
      <p:sp>
        <p:nvSpPr>
          <p:cNvPr id="46" name="CD_5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6000" dirty="0"/>
          </a:p>
        </p:txBody>
      </p:sp>
      <p:sp>
        <p:nvSpPr>
          <p:cNvPr id="47" name="CD_4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000" dirty="0"/>
          </a:p>
        </p:txBody>
      </p:sp>
      <p:sp>
        <p:nvSpPr>
          <p:cNvPr id="48" name="CD_3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49" name="CD_2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000" dirty="0"/>
          </a:p>
        </p:txBody>
      </p:sp>
      <p:sp>
        <p:nvSpPr>
          <p:cNvPr id="50" name="CD_1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51" name="Text 48"/>
          <p:cNvSpPr txBox="1"/>
          <p:nvPr/>
        </p:nvSpPr>
        <p:spPr>
          <a:xfrm>
            <a:off x="4114800" y="24688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4114800" y="2880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1</a:t>
            </a:r>
            <a:endParaRPr lang="en-US" sz="1500" dirty="0"/>
          </a:p>
        </p:txBody>
      </p:sp>
      <p:sp>
        <p:nvSpPr>
          <p:cNvPr id="53" name="Text 50"/>
          <p:cNvSpPr txBox="1"/>
          <p:nvPr/>
        </p:nvSpPr>
        <p:spPr>
          <a:xfrm>
            <a:off x="4114800" y="32004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54" name="Text 51"/>
          <p:cNvSpPr txBox="1"/>
          <p:nvPr/>
        </p:nvSpPr>
        <p:spPr>
          <a:xfrm>
            <a:off x="4114800" y="3840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55" name="Image 1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56" name="Image 2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240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00"/>
                            </p:stCondLst>
                            <p:childTnLst>
                              <p:par>
                                <p:cTn id="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0"/>
                            </p:stCondLst>
                            <p:childTnLst>
                              <p:par>
                                <p:cTn id="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000"/>
                            </p:stCondLst>
                            <p:childTnLst>
                              <p:par>
                                <p:cTn id="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0"/>
                            </p:stCondLst>
                            <p:childTnLst>
                              <p:par>
                                <p:cTn id="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000"/>
                            </p:stCondLst>
                            <p:childTnLst>
                              <p:par>
                                <p:cTn id="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7000"/>
                            </p:stCondLst>
                            <p:childTnLst>
                              <p:par>
                                <p:cTn id="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0"/>
                            </p:stCondLst>
                            <p:childTnLst>
                              <p:par>
                                <p:cTn id="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9000"/>
                            </p:stCondLst>
                            <p:childTnLst>
                              <p:par>
                                <p:cTn id="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0"/>
                            </p:stCondLst>
                            <p:childTnLst>
                              <p:par>
                                <p:cTn id="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1000"/>
                            </p:stCondLst>
                            <p:childTnLst>
                              <p:par>
                                <p:cTn id="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2000"/>
                            </p:stCondLst>
                            <p:childTnLst>
                              <p:par>
                                <p:cTn id="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3000"/>
                            </p:stCondLst>
                            <p:childTnLst>
                              <p:par>
                                <p:cTn id="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4000"/>
                            </p:stCondLst>
                            <p:childTnLst>
                              <p:par>
                                <p:cTn id="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5000"/>
                            </p:stCondLst>
                            <p:childTnLst>
                              <p:par>
                                <p:cTn id="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6000"/>
                            </p:stCondLst>
                            <p:childTnLst>
                              <p:par>
                                <p:cTn id="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17000"/>
                            </p:stCondLst>
                            <p:childTnLst>
                              <p:par>
                                <p:cTn id="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8000"/>
                            </p:stCondLst>
                            <p:childTnLst>
                              <p:par>
                                <p:cTn id="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19000"/>
                            </p:stCondLst>
                            <p:childTnLst>
                              <p:par>
                                <p:cTn id="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0000"/>
                            </p:stCondLst>
                            <p:childTnLst>
                              <p:par>
                                <p:cTn id="1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21000"/>
                            </p:stCondLst>
                            <p:childTnLst>
                              <p:par>
                                <p:cTn id="1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22000"/>
                            </p:stCondLst>
                            <p:childTnLst>
                              <p:par>
                                <p:cTn id="1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23000"/>
                            </p:stCondLst>
                            <p:childTnLst>
                              <p:par>
                                <p:cTn id="1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24000"/>
                            </p:stCondLst>
                            <p:childTnLst>
                              <p:par>
                                <p:cTn id="1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25000"/>
                            </p:stCondLst>
                            <p:childTnLst>
                              <p:par>
                                <p:cTn id="1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26000"/>
                            </p:stCondLst>
                            <p:childTnLst>
                              <p:par>
                                <p:cTn id="1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27000"/>
                            </p:stCondLst>
                            <p:childTnLst>
                              <p:par>
                                <p:cTn id="1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28000"/>
                            </p:stCondLst>
                            <p:childTnLst>
                              <p:par>
                                <p:cTn id="1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29000"/>
                            </p:stCondLst>
                            <p:childTnLst>
                              <p:par>
                                <p:cTn id="1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30000"/>
                            </p:stCondLst>
                            <p:childTnLst>
                              <p:par>
                                <p:cTn id="1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31000"/>
                            </p:stCondLst>
                            <p:childTnLst>
                              <p:par>
                                <p:cTn id="1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32000"/>
                            </p:stCondLst>
                            <p:childTnLst>
                              <p:par>
                                <p:cTn id="1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33000"/>
                            </p:stCondLst>
                            <p:childTnLst>
                              <p:par>
                                <p:cTn id="1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34000"/>
                            </p:stCondLst>
                            <p:childTnLst>
                              <p:par>
                                <p:cTn id="1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35000"/>
                            </p:stCondLst>
                            <p:childTnLst>
                              <p:par>
                                <p:cTn id="1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" fill="hold">
                            <p:stCondLst>
                              <p:cond delay="36000"/>
                            </p:stCondLst>
                            <p:childTnLst>
                              <p:par>
                                <p:cTn id="1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" fill="hold">
                            <p:stCondLst>
                              <p:cond delay="37000"/>
                            </p:stCondLst>
                            <p:childTnLst>
                              <p:par>
                                <p:cTn id="1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2" fill="hold">
                            <p:stCondLst>
                              <p:cond delay="38000"/>
                            </p:stCondLst>
                            <p:childTnLst>
                              <p:par>
                                <p:cTn id="1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39000"/>
                            </p:stCondLst>
                            <p:childTnLst>
                              <p:par>
                                <p:cTn id="1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2" fill="hold">
                            <p:stCondLst>
                              <p:cond delay="40000"/>
                            </p:stCondLst>
                            <p:childTnLst>
                              <p:par>
                                <p:cTn id="2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41000"/>
                            </p:stCondLst>
                            <p:childTnLst>
                              <p:par>
                                <p:cTn id="2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2" fill="hold">
                            <p:stCondLst>
                              <p:cond delay="42000"/>
                            </p:stCondLst>
                            <p:childTnLst>
                              <p:par>
                                <p:cTn id="2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7" fill="hold">
                            <p:stCondLst>
                              <p:cond delay="43000"/>
                            </p:stCondLst>
                            <p:childTnLst>
                              <p:par>
                                <p:cTn id="2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2" fill="hold">
                            <p:stCondLst>
                              <p:cond delay="44000"/>
                            </p:stCondLst>
                            <p:childTnLst>
                              <p:par>
                                <p:cTn id="2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/>
      <p:bldP spid="49" grpId="0"/>
      <p:bldP spid="48" grpId="0"/>
      <p:bldP spid="47" grpId="0"/>
      <p:bldP spid="46" grpId="0"/>
      <p:bldP spid="45" grpId="0"/>
      <p:bldP spid="44" grpId="0"/>
      <p:bldP spid="43" grpId="0"/>
      <p:bldP spid="42" grpId="0"/>
      <p:bldP spid="41" grpId="0"/>
      <p:bldP spid="40" grpId="0"/>
      <p:bldP spid="39" grpId="0"/>
      <p:bldP spid="38" grpId="0"/>
      <p:bldP spid="37" grpId="0"/>
      <p:bldP spid="36" grpId="0"/>
      <p:bldP spid="35" grpId="0"/>
      <p:bldP spid="34" grpId="0"/>
      <p:bldP spid="33" grpId="0"/>
      <p:bldP spid="32" grpId="0"/>
      <p:bldP spid="31" grpId="0"/>
      <p:bldP spid="30" grpId="0"/>
      <p:bldP spid="29" grpId="0"/>
      <p:bldP spid="28" grpId="0"/>
      <p:bldP spid="27" grpId="0"/>
      <p:bldP spid="26" grpId="0"/>
      <p:bldP spid="25" grpId="0"/>
      <p:bldP spid="24" grpId="0"/>
      <p:bldP spid="23" grpId="0"/>
      <p:bldP spid="22" grpId="0"/>
      <p:bldP spid="21" grpId="0"/>
      <p:bldP spid="20" grpId="0"/>
      <p:bldP spid="19" grpId="0"/>
      <p:bldP spid="18" grpId="0"/>
      <p:bldP spid="17" grpId="0"/>
      <p:bldP spid="16" grpId="0"/>
      <p:bldP spid="15" grpId="0"/>
      <p:bldP spid="14" grpId="0"/>
      <p:bldP spid="13" grpId="0"/>
      <p:bldP spid="12" grpId="0"/>
      <p:bldP spid="11" grpId="0"/>
      <p:bldP spid="10" grpId="0"/>
      <p:bldP spid="9" grpId="0"/>
      <p:bldP spid="8" grpId="0"/>
      <p:bldP spid="7" grpId="0"/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834640" cy="35204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1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368" y="1005840"/>
            <a:ext cx="2615184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840480" y="10515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1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840480" y="14630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840480" y="1874520"/>
            <a:ext cx="4846320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Людмила Виолетта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3840480" y="36118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1920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368" y="841248"/>
            <a:ext cx="3072384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23560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6" name="CD_45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6000" dirty="0"/>
          </a:p>
        </p:txBody>
      </p:sp>
      <p:sp>
        <p:nvSpPr>
          <p:cNvPr id="7" name="CD_44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6000" dirty="0"/>
          </a:p>
        </p:txBody>
      </p:sp>
      <p:sp>
        <p:nvSpPr>
          <p:cNvPr id="8" name="CD_43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6000" dirty="0"/>
          </a:p>
        </p:txBody>
      </p:sp>
      <p:sp>
        <p:nvSpPr>
          <p:cNvPr id="9" name="CD_42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6000" dirty="0"/>
          </a:p>
        </p:txBody>
      </p:sp>
      <p:sp>
        <p:nvSpPr>
          <p:cNvPr id="10" name="CD_41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6000" dirty="0"/>
          </a:p>
        </p:txBody>
      </p:sp>
      <p:sp>
        <p:nvSpPr>
          <p:cNvPr id="11" name="CD_40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6000" dirty="0"/>
          </a:p>
        </p:txBody>
      </p:sp>
      <p:sp>
        <p:nvSpPr>
          <p:cNvPr id="12" name="CD_39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6000" dirty="0"/>
          </a:p>
        </p:txBody>
      </p:sp>
      <p:sp>
        <p:nvSpPr>
          <p:cNvPr id="13" name="CD_38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6000" dirty="0"/>
          </a:p>
        </p:txBody>
      </p:sp>
      <p:sp>
        <p:nvSpPr>
          <p:cNvPr id="14" name="CD_37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6000" dirty="0"/>
          </a:p>
        </p:txBody>
      </p:sp>
      <p:sp>
        <p:nvSpPr>
          <p:cNvPr id="15" name="CD_36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6000" dirty="0"/>
          </a:p>
        </p:txBody>
      </p:sp>
      <p:sp>
        <p:nvSpPr>
          <p:cNvPr id="16" name="CD_35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6000" dirty="0"/>
          </a:p>
        </p:txBody>
      </p:sp>
      <p:sp>
        <p:nvSpPr>
          <p:cNvPr id="17" name="CD_34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6000" dirty="0"/>
          </a:p>
        </p:txBody>
      </p:sp>
      <p:sp>
        <p:nvSpPr>
          <p:cNvPr id="18" name="CD_33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6000" dirty="0"/>
          </a:p>
        </p:txBody>
      </p:sp>
      <p:sp>
        <p:nvSpPr>
          <p:cNvPr id="19" name="CD_32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6000" dirty="0"/>
          </a:p>
        </p:txBody>
      </p:sp>
      <p:sp>
        <p:nvSpPr>
          <p:cNvPr id="20" name="CD_31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6000" dirty="0"/>
          </a:p>
        </p:txBody>
      </p:sp>
      <p:sp>
        <p:nvSpPr>
          <p:cNvPr id="21" name="CD_30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6000" dirty="0"/>
          </a:p>
        </p:txBody>
      </p:sp>
      <p:sp>
        <p:nvSpPr>
          <p:cNvPr id="22" name="CD_29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6000" dirty="0"/>
          </a:p>
        </p:txBody>
      </p:sp>
      <p:sp>
        <p:nvSpPr>
          <p:cNvPr id="23" name="CD_28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6000" dirty="0"/>
          </a:p>
        </p:txBody>
      </p:sp>
      <p:sp>
        <p:nvSpPr>
          <p:cNvPr id="24" name="CD_27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6000" dirty="0"/>
          </a:p>
        </p:txBody>
      </p:sp>
      <p:sp>
        <p:nvSpPr>
          <p:cNvPr id="25" name="CD_26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6000" dirty="0"/>
          </a:p>
        </p:txBody>
      </p:sp>
      <p:sp>
        <p:nvSpPr>
          <p:cNvPr id="26" name="CD_25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6000" dirty="0"/>
          </a:p>
        </p:txBody>
      </p:sp>
      <p:sp>
        <p:nvSpPr>
          <p:cNvPr id="27" name="CD_24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6000" dirty="0"/>
          </a:p>
        </p:txBody>
      </p:sp>
      <p:sp>
        <p:nvSpPr>
          <p:cNvPr id="28" name="CD_23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6000" dirty="0"/>
          </a:p>
        </p:txBody>
      </p:sp>
      <p:sp>
        <p:nvSpPr>
          <p:cNvPr id="29" name="CD_22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6000" dirty="0"/>
          </a:p>
        </p:txBody>
      </p:sp>
      <p:sp>
        <p:nvSpPr>
          <p:cNvPr id="30" name="CD_21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6000" dirty="0"/>
          </a:p>
        </p:txBody>
      </p:sp>
      <p:sp>
        <p:nvSpPr>
          <p:cNvPr id="31" name="CD_20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6000" dirty="0"/>
          </a:p>
        </p:txBody>
      </p:sp>
      <p:sp>
        <p:nvSpPr>
          <p:cNvPr id="32" name="CD_19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6000" dirty="0"/>
          </a:p>
        </p:txBody>
      </p:sp>
      <p:sp>
        <p:nvSpPr>
          <p:cNvPr id="33" name="CD_18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6000" dirty="0"/>
          </a:p>
        </p:txBody>
      </p:sp>
      <p:sp>
        <p:nvSpPr>
          <p:cNvPr id="34" name="CD_17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6000" dirty="0"/>
          </a:p>
        </p:txBody>
      </p:sp>
      <p:sp>
        <p:nvSpPr>
          <p:cNvPr id="35" name="CD_16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6000" dirty="0"/>
          </a:p>
        </p:txBody>
      </p:sp>
      <p:sp>
        <p:nvSpPr>
          <p:cNvPr id="36" name="CD_15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6000" dirty="0"/>
          </a:p>
        </p:txBody>
      </p:sp>
      <p:sp>
        <p:nvSpPr>
          <p:cNvPr id="37" name="CD_14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6000" dirty="0"/>
          </a:p>
        </p:txBody>
      </p:sp>
      <p:sp>
        <p:nvSpPr>
          <p:cNvPr id="38" name="CD_13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6000" dirty="0"/>
          </a:p>
        </p:txBody>
      </p:sp>
      <p:sp>
        <p:nvSpPr>
          <p:cNvPr id="39" name="CD_12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6000" dirty="0"/>
          </a:p>
        </p:txBody>
      </p:sp>
      <p:sp>
        <p:nvSpPr>
          <p:cNvPr id="40" name="CD_11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6000" dirty="0"/>
          </a:p>
        </p:txBody>
      </p:sp>
      <p:sp>
        <p:nvSpPr>
          <p:cNvPr id="41" name="CD_10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42" name="CD_9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6000" dirty="0"/>
          </a:p>
        </p:txBody>
      </p:sp>
      <p:sp>
        <p:nvSpPr>
          <p:cNvPr id="43" name="CD_8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6000" dirty="0"/>
          </a:p>
        </p:txBody>
      </p:sp>
      <p:sp>
        <p:nvSpPr>
          <p:cNvPr id="44" name="CD_7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6000" dirty="0"/>
          </a:p>
        </p:txBody>
      </p:sp>
      <p:sp>
        <p:nvSpPr>
          <p:cNvPr id="45" name="CD_6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6000" dirty="0"/>
          </a:p>
        </p:txBody>
      </p:sp>
      <p:sp>
        <p:nvSpPr>
          <p:cNvPr id="46" name="CD_5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6000" dirty="0"/>
          </a:p>
        </p:txBody>
      </p:sp>
      <p:sp>
        <p:nvSpPr>
          <p:cNvPr id="47" name="CD_4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000" dirty="0"/>
          </a:p>
        </p:txBody>
      </p:sp>
      <p:sp>
        <p:nvSpPr>
          <p:cNvPr id="48" name="CD_3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49" name="CD_2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000" dirty="0"/>
          </a:p>
        </p:txBody>
      </p:sp>
      <p:sp>
        <p:nvSpPr>
          <p:cNvPr id="50" name="CD_1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51" name="Text 48"/>
          <p:cNvSpPr txBox="1"/>
          <p:nvPr/>
        </p:nvSpPr>
        <p:spPr>
          <a:xfrm>
            <a:off x="4114800" y="24688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4114800" y="2880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2</a:t>
            </a:r>
            <a:endParaRPr lang="en-US" sz="1500" dirty="0"/>
          </a:p>
        </p:txBody>
      </p:sp>
      <p:sp>
        <p:nvSpPr>
          <p:cNvPr id="53" name="Text 50"/>
          <p:cNvSpPr txBox="1"/>
          <p:nvPr/>
        </p:nvSpPr>
        <p:spPr>
          <a:xfrm>
            <a:off x="4114800" y="32004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54" name="Text 51"/>
          <p:cNvSpPr txBox="1"/>
          <p:nvPr/>
        </p:nvSpPr>
        <p:spPr>
          <a:xfrm>
            <a:off x="4114800" y="3840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55" name="Image 1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56" name="Image 2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240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00"/>
                            </p:stCondLst>
                            <p:childTnLst>
                              <p:par>
                                <p:cTn id="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0"/>
                            </p:stCondLst>
                            <p:childTnLst>
                              <p:par>
                                <p:cTn id="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000"/>
                            </p:stCondLst>
                            <p:childTnLst>
                              <p:par>
                                <p:cTn id="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0"/>
                            </p:stCondLst>
                            <p:childTnLst>
                              <p:par>
                                <p:cTn id="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000"/>
                            </p:stCondLst>
                            <p:childTnLst>
                              <p:par>
                                <p:cTn id="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7000"/>
                            </p:stCondLst>
                            <p:childTnLst>
                              <p:par>
                                <p:cTn id="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0"/>
                            </p:stCondLst>
                            <p:childTnLst>
                              <p:par>
                                <p:cTn id="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9000"/>
                            </p:stCondLst>
                            <p:childTnLst>
                              <p:par>
                                <p:cTn id="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0"/>
                            </p:stCondLst>
                            <p:childTnLst>
                              <p:par>
                                <p:cTn id="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1000"/>
                            </p:stCondLst>
                            <p:childTnLst>
                              <p:par>
                                <p:cTn id="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2000"/>
                            </p:stCondLst>
                            <p:childTnLst>
                              <p:par>
                                <p:cTn id="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3000"/>
                            </p:stCondLst>
                            <p:childTnLst>
                              <p:par>
                                <p:cTn id="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4000"/>
                            </p:stCondLst>
                            <p:childTnLst>
                              <p:par>
                                <p:cTn id="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5000"/>
                            </p:stCondLst>
                            <p:childTnLst>
                              <p:par>
                                <p:cTn id="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6000"/>
                            </p:stCondLst>
                            <p:childTnLst>
                              <p:par>
                                <p:cTn id="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17000"/>
                            </p:stCondLst>
                            <p:childTnLst>
                              <p:par>
                                <p:cTn id="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8000"/>
                            </p:stCondLst>
                            <p:childTnLst>
                              <p:par>
                                <p:cTn id="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19000"/>
                            </p:stCondLst>
                            <p:childTnLst>
                              <p:par>
                                <p:cTn id="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0000"/>
                            </p:stCondLst>
                            <p:childTnLst>
                              <p:par>
                                <p:cTn id="1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21000"/>
                            </p:stCondLst>
                            <p:childTnLst>
                              <p:par>
                                <p:cTn id="1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22000"/>
                            </p:stCondLst>
                            <p:childTnLst>
                              <p:par>
                                <p:cTn id="1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23000"/>
                            </p:stCondLst>
                            <p:childTnLst>
                              <p:par>
                                <p:cTn id="1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24000"/>
                            </p:stCondLst>
                            <p:childTnLst>
                              <p:par>
                                <p:cTn id="1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25000"/>
                            </p:stCondLst>
                            <p:childTnLst>
                              <p:par>
                                <p:cTn id="1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26000"/>
                            </p:stCondLst>
                            <p:childTnLst>
                              <p:par>
                                <p:cTn id="1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27000"/>
                            </p:stCondLst>
                            <p:childTnLst>
                              <p:par>
                                <p:cTn id="1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28000"/>
                            </p:stCondLst>
                            <p:childTnLst>
                              <p:par>
                                <p:cTn id="1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29000"/>
                            </p:stCondLst>
                            <p:childTnLst>
                              <p:par>
                                <p:cTn id="1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30000"/>
                            </p:stCondLst>
                            <p:childTnLst>
                              <p:par>
                                <p:cTn id="1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31000"/>
                            </p:stCondLst>
                            <p:childTnLst>
                              <p:par>
                                <p:cTn id="1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32000"/>
                            </p:stCondLst>
                            <p:childTnLst>
                              <p:par>
                                <p:cTn id="1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33000"/>
                            </p:stCondLst>
                            <p:childTnLst>
                              <p:par>
                                <p:cTn id="1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34000"/>
                            </p:stCondLst>
                            <p:childTnLst>
                              <p:par>
                                <p:cTn id="1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35000"/>
                            </p:stCondLst>
                            <p:childTnLst>
                              <p:par>
                                <p:cTn id="1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" fill="hold">
                            <p:stCondLst>
                              <p:cond delay="36000"/>
                            </p:stCondLst>
                            <p:childTnLst>
                              <p:par>
                                <p:cTn id="1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" fill="hold">
                            <p:stCondLst>
                              <p:cond delay="37000"/>
                            </p:stCondLst>
                            <p:childTnLst>
                              <p:par>
                                <p:cTn id="1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2" fill="hold">
                            <p:stCondLst>
                              <p:cond delay="38000"/>
                            </p:stCondLst>
                            <p:childTnLst>
                              <p:par>
                                <p:cTn id="1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39000"/>
                            </p:stCondLst>
                            <p:childTnLst>
                              <p:par>
                                <p:cTn id="1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2" fill="hold">
                            <p:stCondLst>
                              <p:cond delay="40000"/>
                            </p:stCondLst>
                            <p:childTnLst>
                              <p:par>
                                <p:cTn id="2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41000"/>
                            </p:stCondLst>
                            <p:childTnLst>
                              <p:par>
                                <p:cTn id="2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2" fill="hold">
                            <p:stCondLst>
                              <p:cond delay="42000"/>
                            </p:stCondLst>
                            <p:childTnLst>
                              <p:par>
                                <p:cTn id="2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7" fill="hold">
                            <p:stCondLst>
                              <p:cond delay="43000"/>
                            </p:stCondLst>
                            <p:childTnLst>
                              <p:par>
                                <p:cTn id="2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2" fill="hold">
                            <p:stCondLst>
                              <p:cond delay="44000"/>
                            </p:stCondLst>
                            <p:childTnLst>
                              <p:par>
                                <p:cTn id="2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/>
      <p:bldP spid="49" grpId="0"/>
      <p:bldP spid="48" grpId="0"/>
      <p:bldP spid="47" grpId="0"/>
      <p:bldP spid="46" grpId="0"/>
      <p:bldP spid="45" grpId="0"/>
      <p:bldP spid="44" grpId="0"/>
      <p:bldP spid="43" grpId="0"/>
      <p:bldP spid="42" grpId="0"/>
      <p:bldP spid="41" grpId="0"/>
      <p:bldP spid="40" grpId="0"/>
      <p:bldP spid="39" grpId="0"/>
      <p:bldP spid="38" grpId="0"/>
      <p:bldP spid="37" grpId="0"/>
      <p:bldP spid="36" grpId="0"/>
      <p:bldP spid="35" grpId="0"/>
      <p:bldP spid="34" grpId="0"/>
      <p:bldP spid="33" grpId="0"/>
      <p:bldP spid="32" grpId="0"/>
      <p:bldP spid="31" grpId="0"/>
      <p:bldP spid="30" grpId="0"/>
      <p:bldP spid="29" grpId="0"/>
      <p:bldP spid="28" grpId="0"/>
      <p:bldP spid="27" grpId="0"/>
      <p:bldP spid="26" grpId="0"/>
      <p:bldP spid="25" grpId="0"/>
      <p:bldP spid="24" grpId="0"/>
      <p:bldP spid="23" grpId="0"/>
      <p:bldP spid="22" grpId="0"/>
      <p:bldP spid="21" grpId="0"/>
      <p:bldP spid="20" grpId="0"/>
      <p:bldP spid="19" grpId="0"/>
      <p:bldP spid="18" grpId="0"/>
      <p:bldP spid="17" grpId="0"/>
      <p:bldP spid="16" grpId="0"/>
      <p:bldP spid="15" grpId="0"/>
      <p:bldP spid="14" grpId="0"/>
      <p:bldP spid="13" grpId="0"/>
      <p:bldP spid="12" grpId="0"/>
      <p:bldP spid="11" grpId="0"/>
      <p:bldP spid="10" grpId="0"/>
      <p:bldP spid="9" grpId="0"/>
      <p:bldP spid="8" grpId="0"/>
      <p:bldP spid="7" grpId="0"/>
      <p:bldP spid="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834640" cy="35204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368" y="1005840"/>
            <a:ext cx="2615184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840480" y="10515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2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840480" y="14630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840480" y="1874520"/>
            <a:ext cx="4846320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Леонова Ирина Александровна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3840480" y="36118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1920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3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368" y="841248"/>
            <a:ext cx="3072384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23560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6" name="CD_45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6000" dirty="0"/>
          </a:p>
        </p:txBody>
      </p:sp>
      <p:sp>
        <p:nvSpPr>
          <p:cNvPr id="7" name="CD_44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6000" dirty="0"/>
          </a:p>
        </p:txBody>
      </p:sp>
      <p:sp>
        <p:nvSpPr>
          <p:cNvPr id="8" name="CD_43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6000" dirty="0"/>
          </a:p>
        </p:txBody>
      </p:sp>
      <p:sp>
        <p:nvSpPr>
          <p:cNvPr id="9" name="CD_42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6000" dirty="0"/>
          </a:p>
        </p:txBody>
      </p:sp>
      <p:sp>
        <p:nvSpPr>
          <p:cNvPr id="10" name="CD_41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6000" dirty="0"/>
          </a:p>
        </p:txBody>
      </p:sp>
      <p:sp>
        <p:nvSpPr>
          <p:cNvPr id="11" name="CD_40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6000" dirty="0"/>
          </a:p>
        </p:txBody>
      </p:sp>
      <p:sp>
        <p:nvSpPr>
          <p:cNvPr id="12" name="CD_39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6000" dirty="0"/>
          </a:p>
        </p:txBody>
      </p:sp>
      <p:sp>
        <p:nvSpPr>
          <p:cNvPr id="13" name="CD_38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6000" dirty="0"/>
          </a:p>
        </p:txBody>
      </p:sp>
      <p:sp>
        <p:nvSpPr>
          <p:cNvPr id="14" name="CD_37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6000" dirty="0"/>
          </a:p>
        </p:txBody>
      </p:sp>
      <p:sp>
        <p:nvSpPr>
          <p:cNvPr id="15" name="CD_36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6000" dirty="0"/>
          </a:p>
        </p:txBody>
      </p:sp>
      <p:sp>
        <p:nvSpPr>
          <p:cNvPr id="16" name="CD_35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6000" dirty="0"/>
          </a:p>
        </p:txBody>
      </p:sp>
      <p:sp>
        <p:nvSpPr>
          <p:cNvPr id="17" name="CD_34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6000" dirty="0"/>
          </a:p>
        </p:txBody>
      </p:sp>
      <p:sp>
        <p:nvSpPr>
          <p:cNvPr id="18" name="CD_33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6000" dirty="0"/>
          </a:p>
        </p:txBody>
      </p:sp>
      <p:sp>
        <p:nvSpPr>
          <p:cNvPr id="19" name="CD_32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6000" dirty="0"/>
          </a:p>
        </p:txBody>
      </p:sp>
      <p:sp>
        <p:nvSpPr>
          <p:cNvPr id="20" name="CD_31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6000" dirty="0"/>
          </a:p>
        </p:txBody>
      </p:sp>
      <p:sp>
        <p:nvSpPr>
          <p:cNvPr id="21" name="CD_30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6000" dirty="0"/>
          </a:p>
        </p:txBody>
      </p:sp>
      <p:sp>
        <p:nvSpPr>
          <p:cNvPr id="22" name="CD_29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6000" dirty="0"/>
          </a:p>
        </p:txBody>
      </p:sp>
      <p:sp>
        <p:nvSpPr>
          <p:cNvPr id="23" name="CD_28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6000" dirty="0"/>
          </a:p>
        </p:txBody>
      </p:sp>
      <p:sp>
        <p:nvSpPr>
          <p:cNvPr id="24" name="CD_27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6000" dirty="0"/>
          </a:p>
        </p:txBody>
      </p:sp>
      <p:sp>
        <p:nvSpPr>
          <p:cNvPr id="25" name="CD_26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6000" dirty="0"/>
          </a:p>
        </p:txBody>
      </p:sp>
      <p:sp>
        <p:nvSpPr>
          <p:cNvPr id="26" name="CD_25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6000" dirty="0"/>
          </a:p>
        </p:txBody>
      </p:sp>
      <p:sp>
        <p:nvSpPr>
          <p:cNvPr id="27" name="CD_24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6000" dirty="0"/>
          </a:p>
        </p:txBody>
      </p:sp>
      <p:sp>
        <p:nvSpPr>
          <p:cNvPr id="28" name="CD_23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6000" dirty="0"/>
          </a:p>
        </p:txBody>
      </p:sp>
      <p:sp>
        <p:nvSpPr>
          <p:cNvPr id="29" name="CD_22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6000" dirty="0"/>
          </a:p>
        </p:txBody>
      </p:sp>
      <p:sp>
        <p:nvSpPr>
          <p:cNvPr id="30" name="CD_21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6000" dirty="0"/>
          </a:p>
        </p:txBody>
      </p:sp>
      <p:sp>
        <p:nvSpPr>
          <p:cNvPr id="31" name="CD_20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6000" dirty="0"/>
          </a:p>
        </p:txBody>
      </p:sp>
      <p:sp>
        <p:nvSpPr>
          <p:cNvPr id="32" name="CD_19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6000" dirty="0"/>
          </a:p>
        </p:txBody>
      </p:sp>
      <p:sp>
        <p:nvSpPr>
          <p:cNvPr id="33" name="CD_18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6000" dirty="0"/>
          </a:p>
        </p:txBody>
      </p:sp>
      <p:sp>
        <p:nvSpPr>
          <p:cNvPr id="34" name="CD_17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6000" dirty="0"/>
          </a:p>
        </p:txBody>
      </p:sp>
      <p:sp>
        <p:nvSpPr>
          <p:cNvPr id="35" name="CD_16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6000" dirty="0"/>
          </a:p>
        </p:txBody>
      </p:sp>
      <p:sp>
        <p:nvSpPr>
          <p:cNvPr id="36" name="CD_15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6000" dirty="0"/>
          </a:p>
        </p:txBody>
      </p:sp>
      <p:sp>
        <p:nvSpPr>
          <p:cNvPr id="37" name="CD_14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6000" dirty="0"/>
          </a:p>
        </p:txBody>
      </p:sp>
      <p:sp>
        <p:nvSpPr>
          <p:cNvPr id="38" name="CD_13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6000" dirty="0"/>
          </a:p>
        </p:txBody>
      </p:sp>
      <p:sp>
        <p:nvSpPr>
          <p:cNvPr id="39" name="CD_12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6000" dirty="0"/>
          </a:p>
        </p:txBody>
      </p:sp>
      <p:sp>
        <p:nvSpPr>
          <p:cNvPr id="40" name="CD_11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6000" dirty="0"/>
          </a:p>
        </p:txBody>
      </p:sp>
      <p:sp>
        <p:nvSpPr>
          <p:cNvPr id="41" name="CD_10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42" name="CD_9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6000" dirty="0"/>
          </a:p>
        </p:txBody>
      </p:sp>
      <p:sp>
        <p:nvSpPr>
          <p:cNvPr id="43" name="CD_8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6000" dirty="0"/>
          </a:p>
        </p:txBody>
      </p:sp>
      <p:sp>
        <p:nvSpPr>
          <p:cNvPr id="44" name="CD_7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6000" dirty="0"/>
          </a:p>
        </p:txBody>
      </p:sp>
      <p:sp>
        <p:nvSpPr>
          <p:cNvPr id="45" name="CD_6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6000" dirty="0"/>
          </a:p>
        </p:txBody>
      </p:sp>
      <p:sp>
        <p:nvSpPr>
          <p:cNvPr id="46" name="CD_5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6000" dirty="0"/>
          </a:p>
        </p:txBody>
      </p:sp>
      <p:sp>
        <p:nvSpPr>
          <p:cNvPr id="47" name="CD_4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000" dirty="0"/>
          </a:p>
        </p:txBody>
      </p:sp>
      <p:sp>
        <p:nvSpPr>
          <p:cNvPr id="48" name="CD_3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49" name="CD_2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000" dirty="0"/>
          </a:p>
        </p:txBody>
      </p:sp>
      <p:sp>
        <p:nvSpPr>
          <p:cNvPr id="50" name="CD_1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51" name="Text 48"/>
          <p:cNvSpPr txBox="1"/>
          <p:nvPr/>
        </p:nvSpPr>
        <p:spPr>
          <a:xfrm>
            <a:off x="4114800" y="24688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4114800" y="2880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3</a:t>
            </a:r>
            <a:endParaRPr lang="en-US" sz="1500" dirty="0"/>
          </a:p>
        </p:txBody>
      </p:sp>
      <p:sp>
        <p:nvSpPr>
          <p:cNvPr id="53" name="Text 50"/>
          <p:cNvSpPr txBox="1"/>
          <p:nvPr/>
        </p:nvSpPr>
        <p:spPr>
          <a:xfrm>
            <a:off x="4114800" y="32004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54" name="Text 51"/>
          <p:cNvSpPr txBox="1"/>
          <p:nvPr/>
        </p:nvSpPr>
        <p:spPr>
          <a:xfrm>
            <a:off x="4114800" y="3840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55" name="Image 1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56" name="Image 2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240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00"/>
                            </p:stCondLst>
                            <p:childTnLst>
                              <p:par>
                                <p:cTn id="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0"/>
                            </p:stCondLst>
                            <p:childTnLst>
                              <p:par>
                                <p:cTn id="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000"/>
                            </p:stCondLst>
                            <p:childTnLst>
                              <p:par>
                                <p:cTn id="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0"/>
                            </p:stCondLst>
                            <p:childTnLst>
                              <p:par>
                                <p:cTn id="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000"/>
                            </p:stCondLst>
                            <p:childTnLst>
                              <p:par>
                                <p:cTn id="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7000"/>
                            </p:stCondLst>
                            <p:childTnLst>
                              <p:par>
                                <p:cTn id="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0"/>
                            </p:stCondLst>
                            <p:childTnLst>
                              <p:par>
                                <p:cTn id="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9000"/>
                            </p:stCondLst>
                            <p:childTnLst>
                              <p:par>
                                <p:cTn id="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0"/>
                            </p:stCondLst>
                            <p:childTnLst>
                              <p:par>
                                <p:cTn id="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1000"/>
                            </p:stCondLst>
                            <p:childTnLst>
                              <p:par>
                                <p:cTn id="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2000"/>
                            </p:stCondLst>
                            <p:childTnLst>
                              <p:par>
                                <p:cTn id="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3000"/>
                            </p:stCondLst>
                            <p:childTnLst>
                              <p:par>
                                <p:cTn id="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4000"/>
                            </p:stCondLst>
                            <p:childTnLst>
                              <p:par>
                                <p:cTn id="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5000"/>
                            </p:stCondLst>
                            <p:childTnLst>
                              <p:par>
                                <p:cTn id="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6000"/>
                            </p:stCondLst>
                            <p:childTnLst>
                              <p:par>
                                <p:cTn id="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17000"/>
                            </p:stCondLst>
                            <p:childTnLst>
                              <p:par>
                                <p:cTn id="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8000"/>
                            </p:stCondLst>
                            <p:childTnLst>
                              <p:par>
                                <p:cTn id="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19000"/>
                            </p:stCondLst>
                            <p:childTnLst>
                              <p:par>
                                <p:cTn id="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0000"/>
                            </p:stCondLst>
                            <p:childTnLst>
                              <p:par>
                                <p:cTn id="1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21000"/>
                            </p:stCondLst>
                            <p:childTnLst>
                              <p:par>
                                <p:cTn id="1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22000"/>
                            </p:stCondLst>
                            <p:childTnLst>
                              <p:par>
                                <p:cTn id="1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23000"/>
                            </p:stCondLst>
                            <p:childTnLst>
                              <p:par>
                                <p:cTn id="1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24000"/>
                            </p:stCondLst>
                            <p:childTnLst>
                              <p:par>
                                <p:cTn id="1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25000"/>
                            </p:stCondLst>
                            <p:childTnLst>
                              <p:par>
                                <p:cTn id="1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26000"/>
                            </p:stCondLst>
                            <p:childTnLst>
                              <p:par>
                                <p:cTn id="1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27000"/>
                            </p:stCondLst>
                            <p:childTnLst>
                              <p:par>
                                <p:cTn id="1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28000"/>
                            </p:stCondLst>
                            <p:childTnLst>
                              <p:par>
                                <p:cTn id="1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29000"/>
                            </p:stCondLst>
                            <p:childTnLst>
                              <p:par>
                                <p:cTn id="1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30000"/>
                            </p:stCondLst>
                            <p:childTnLst>
                              <p:par>
                                <p:cTn id="1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31000"/>
                            </p:stCondLst>
                            <p:childTnLst>
                              <p:par>
                                <p:cTn id="1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32000"/>
                            </p:stCondLst>
                            <p:childTnLst>
                              <p:par>
                                <p:cTn id="1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33000"/>
                            </p:stCondLst>
                            <p:childTnLst>
                              <p:par>
                                <p:cTn id="1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34000"/>
                            </p:stCondLst>
                            <p:childTnLst>
                              <p:par>
                                <p:cTn id="1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35000"/>
                            </p:stCondLst>
                            <p:childTnLst>
                              <p:par>
                                <p:cTn id="1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" fill="hold">
                            <p:stCondLst>
                              <p:cond delay="36000"/>
                            </p:stCondLst>
                            <p:childTnLst>
                              <p:par>
                                <p:cTn id="1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" fill="hold">
                            <p:stCondLst>
                              <p:cond delay="37000"/>
                            </p:stCondLst>
                            <p:childTnLst>
                              <p:par>
                                <p:cTn id="1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2" fill="hold">
                            <p:stCondLst>
                              <p:cond delay="38000"/>
                            </p:stCondLst>
                            <p:childTnLst>
                              <p:par>
                                <p:cTn id="1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39000"/>
                            </p:stCondLst>
                            <p:childTnLst>
                              <p:par>
                                <p:cTn id="1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2" fill="hold">
                            <p:stCondLst>
                              <p:cond delay="40000"/>
                            </p:stCondLst>
                            <p:childTnLst>
                              <p:par>
                                <p:cTn id="2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41000"/>
                            </p:stCondLst>
                            <p:childTnLst>
                              <p:par>
                                <p:cTn id="2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2" fill="hold">
                            <p:stCondLst>
                              <p:cond delay="42000"/>
                            </p:stCondLst>
                            <p:childTnLst>
                              <p:par>
                                <p:cTn id="2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7" fill="hold">
                            <p:stCondLst>
                              <p:cond delay="43000"/>
                            </p:stCondLst>
                            <p:childTnLst>
                              <p:par>
                                <p:cTn id="2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2" fill="hold">
                            <p:stCondLst>
                              <p:cond delay="44000"/>
                            </p:stCondLst>
                            <p:childTnLst>
                              <p:par>
                                <p:cTn id="2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/>
      <p:bldP spid="49" grpId="0"/>
      <p:bldP spid="48" grpId="0"/>
      <p:bldP spid="47" grpId="0"/>
      <p:bldP spid="46" grpId="0"/>
      <p:bldP spid="45" grpId="0"/>
      <p:bldP spid="44" grpId="0"/>
      <p:bldP spid="43" grpId="0"/>
      <p:bldP spid="42" grpId="0"/>
      <p:bldP spid="41" grpId="0"/>
      <p:bldP spid="40" grpId="0"/>
      <p:bldP spid="39" grpId="0"/>
      <p:bldP spid="38" grpId="0"/>
      <p:bldP spid="37" grpId="0"/>
      <p:bldP spid="36" grpId="0"/>
      <p:bldP spid="35" grpId="0"/>
      <p:bldP spid="34" grpId="0"/>
      <p:bldP spid="33" grpId="0"/>
      <p:bldP spid="32" grpId="0"/>
      <p:bldP spid="31" grpId="0"/>
      <p:bldP spid="30" grpId="0"/>
      <p:bldP spid="29" grpId="0"/>
      <p:bldP spid="28" grpId="0"/>
      <p:bldP spid="27" grpId="0"/>
      <p:bldP spid="26" grpId="0"/>
      <p:bldP spid="25" grpId="0"/>
      <p:bldP spid="24" grpId="0"/>
      <p:bldP spid="23" grpId="0"/>
      <p:bldP spid="22" grpId="0"/>
      <p:bldP spid="21" grpId="0"/>
      <p:bldP spid="20" grpId="0"/>
      <p:bldP spid="19" grpId="0"/>
      <p:bldP spid="18" grpId="0"/>
      <p:bldP spid="17" grpId="0"/>
      <p:bldP spid="16" grpId="0"/>
      <p:bldP spid="15" grpId="0"/>
      <p:bldP spid="14" grpId="0"/>
      <p:bldP spid="13" grpId="0"/>
      <p:bldP spid="12" grpId="0"/>
      <p:bldP spid="11" grpId="0"/>
      <p:bldP spid="10" grpId="0"/>
      <p:bldP spid="9" grpId="0"/>
      <p:bldP spid="8" grpId="0"/>
      <p:bldP spid="7" grpId="0"/>
      <p:bldP spid="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834640" cy="35204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3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368" y="1005840"/>
            <a:ext cx="2615184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840480" y="10515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3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840480" y="14630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840480" y="1874520"/>
            <a:ext cx="4846320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Литвиненко Алёна Александровна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3840480" y="36118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1920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4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368" y="841248"/>
            <a:ext cx="3072384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23560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6" name="CD_45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6000" dirty="0"/>
          </a:p>
        </p:txBody>
      </p:sp>
      <p:sp>
        <p:nvSpPr>
          <p:cNvPr id="7" name="CD_44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6000" dirty="0"/>
          </a:p>
        </p:txBody>
      </p:sp>
      <p:sp>
        <p:nvSpPr>
          <p:cNvPr id="8" name="CD_43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6000" dirty="0"/>
          </a:p>
        </p:txBody>
      </p:sp>
      <p:sp>
        <p:nvSpPr>
          <p:cNvPr id="9" name="CD_42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6000" dirty="0"/>
          </a:p>
        </p:txBody>
      </p:sp>
      <p:sp>
        <p:nvSpPr>
          <p:cNvPr id="10" name="CD_41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6000" dirty="0"/>
          </a:p>
        </p:txBody>
      </p:sp>
      <p:sp>
        <p:nvSpPr>
          <p:cNvPr id="11" name="CD_40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6000" dirty="0"/>
          </a:p>
        </p:txBody>
      </p:sp>
      <p:sp>
        <p:nvSpPr>
          <p:cNvPr id="12" name="CD_39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6000" dirty="0"/>
          </a:p>
        </p:txBody>
      </p:sp>
      <p:sp>
        <p:nvSpPr>
          <p:cNvPr id="13" name="CD_38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6000" dirty="0"/>
          </a:p>
        </p:txBody>
      </p:sp>
      <p:sp>
        <p:nvSpPr>
          <p:cNvPr id="14" name="CD_37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6000" dirty="0"/>
          </a:p>
        </p:txBody>
      </p:sp>
      <p:sp>
        <p:nvSpPr>
          <p:cNvPr id="15" name="CD_36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6000" dirty="0"/>
          </a:p>
        </p:txBody>
      </p:sp>
      <p:sp>
        <p:nvSpPr>
          <p:cNvPr id="16" name="CD_35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6000" dirty="0"/>
          </a:p>
        </p:txBody>
      </p:sp>
      <p:sp>
        <p:nvSpPr>
          <p:cNvPr id="17" name="CD_34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6000" dirty="0"/>
          </a:p>
        </p:txBody>
      </p:sp>
      <p:sp>
        <p:nvSpPr>
          <p:cNvPr id="18" name="CD_33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6000" dirty="0"/>
          </a:p>
        </p:txBody>
      </p:sp>
      <p:sp>
        <p:nvSpPr>
          <p:cNvPr id="19" name="CD_32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6000" dirty="0"/>
          </a:p>
        </p:txBody>
      </p:sp>
      <p:sp>
        <p:nvSpPr>
          <p:cNvPr id="20" name="CD_31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6000" dirty="0"/>
          </a:p>
        </p:txBody>
      </p:sp>
      <p:sp>
        <p:nvSpPr>
          <p:cNvPr id="21" name="CD_30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6000" dirty="0"/>
          </a:p>
        </p:txBody>
      </p:sp>
      <p:sp>
        <p:nvSpPr>
          <p:cNvPr id="22" name="CD_29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6000" dirty="0"/>
          </a:p>
        </p:txBody>
      </p:sp>
      <p:sp>
        <p:nvSpPr>
          <p:cNvPr id="23" name="CD_28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6000" dirty="0"/>
          </a:p>
        </p:txBody>
      </p:sp>
      <p:sp>
        <p:nvSpPr>
          <p:cNvPr id="24" name="CD_27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6000" dirty="0"/>
          </a:p>
        </p:txBody>
      </p:sp>
      <p:sp>
        <p:nvSpPr>
          <p:cNvPr id="25" name="CD_26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6000" dirty="0"/>
          </a:p>
        </p:txBody>
      </p:sp>
      <p:sp>
        <p:nvSpPr>
          <p:cNvPr id="26" name="CD_25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6000" dirty="0"/>
          </a:p>
        </p:txBody>
      </p:sp>
      <p:sp>
        <p:nvSpPr>
          <p:cNvPr id="27" name="CD_24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6000" dirty="0"/>
          </a:p>
        </p:txBody>
      </p:sp>
      <p:sp>
        <p:nvSpPr>
          <p:cNvPr id="28" name="CD_23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6000" dirty="0"/>
          </a:p>
        </p:txBody>
      </p:sp>
      <p:sp>
        <p:nvSpPr>
          <p:cNvPr id="29" name="CD_22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6000" dirty="0"/>
          </a:p>
        </p:txBody>
      </p:sp>
      <p:sp>
        <p:nvSpPr>
          <p:cNvPr id="30" name="CD_21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6000" dirty="0"/>
          </a:p>
        </p:txBody>
      </p:sp>
      <p:sp>
        <p:nvSpPr>
          <p:cNvPr id="31" name="CD_20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6000" dirty="0"/>
          </a:p>
        </p:txBody>
      </p:sp>
      <p:sp>
        <p:nvSpPr>
          <p:cNvPr id="32" name="CD_19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6000" dirty="0"/>
          </a:p>
        </p:txBody>
      </p:sp>
      <p:sp>
        <p:nvSpPr>
          <p:cNvPr id="33" name="CD_18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6000" dirty="0"/>
          </a:p>
        </p:txBody>
      </p:sp>
      <p:sp>
        <p:nvSpPr>
          <p:cNvPr id="34" name="CD_17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6000" dirty="0"/>
          </a:p>
        </p:txBody>
      </p:sp>
      <p:sp>
        <p:nvSpPr>
          <p:cNvPr id="35" name="CD_16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6000" dirty="0"/>
          </a:p>
        </p:txBody>
      </p:sp>
      <p:sp>
        <p:nvSpPr>
          <p:cNvPr id="36" name="CD_15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6000" dirty="0"/>
          </a:p>
        </p:txBody>
      </p:sp>
      <p:sp>
        <p:nvSpPr>
          <p:cNvPr id="37" name="CD_14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6000" dirty="0"/>
          </a:p>
        </p:txBody>
      </p:sp>
      <p:sp>
        <p:nvSpPr>
          <p:cNvPr id="38" name="CD_13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6000" dirty="0"/>
          </a:p>
        </p:txBody>
      </p:sp>
      <p:sp>
        <p:nvSpPr>
          <p:cNvPr id="39" name="CD_12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6000" dirty="0"/>
          </a:p>
        </p:txBody>
      </p:sp>
      <p:sp>
        <p:nvSpPr>
          <p:cNvPr id="40" name="CD_11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6000" dirty="0"/>
          </a:p>
        </p:txBody>
      </p:sp>
      <p:sp>
        <p:nvSpPr>
          <p:cNvPr id="41" name="CD_10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42" name="CD_9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6000" dirty="0"/>
          </a:p>
        </p:txBody>
      </p:sp>
      <p:sp>
        <p:nvSpPr>
          <p:cNvPr id="43" name="CD_8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6000" dirty="0"/>
          </a:p>
        </p:txBody>
      </p:sp>
      <p:sp>
        <p:nvSpPr>
          <p:cNvPr id="44" name="CD_7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6000" dirty="0"/>
          </a:p>
        </p:txBody>
      </p:sp>
      <p:sp>
        <p:nvSpPr>
          <p:cNvPr id="45" name="CD_6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6000" dirty="0"/>
          </a:p>
        </p:txBody>
      </p:sp>
      <p:sp>
        <p:nvSpPr>
          <p:cNvPr id="46" name="CD_5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6000" dirty="0"/>
          </a:p>
        </p:txBody>
      </p:sp>
      <p:sp>
        <p:nvSpPr>
          <p:cNvPr id="47" name="CD_4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000" dirty="0"/>
          </a:p>
        </p:txBody>
      </p:sp>
      <p:sp>
        <p:nvSpPr>
          <p:cNvPr id="48" name="CD_3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49" name="CD_2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000" dirty="0"/>
          </a:p>
        </p:txBody>
      </p:sp>
      <p:sp>
        <p:nvSpPr>
          <p:cNvPr id="50" name="CD_1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51" name="Text 48"/>
          <p:cNvSpPr txBox="1"/>
          <p:nvPr/>
        </p:nvSpPr>
        <p:spPr>
          <a:xfrm>
            <a:off x="4114800" y="24688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4114800" y="2880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4</a:t>
            </a:r>
            <a:endParaRPr lang="en-US" sz="1500" dirty="0"/>
          </a:p>
        </p:txBody>
      </p:sp>
      <p:sp>
        <p:nvSpPr>
          <p:cNvPr id="53" name="Text 50"/>
          <p:cNvSpPr txBox="1"/>
          <p:nvPr/>
        </p:nvSpPr>
        <p:spPr>
          <a:xfrm>
            <a:off x="4114800" y="32004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54" name="Text 51"/>
          <p:cNvSpPr txBox="1"/>
          <p:nvPr/>
        </p:nvSpPr>
        <p:spPr>
          <a:xfrm>
            <a:off x="4114800" y="3840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55" name="Image 1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56" name="Image 2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240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00"/>
                            </p:stCondLst>
                            <p:childTnLst>
                              <p:par>
                                <p:cTn id="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0"/>
                            </p:stCondLst>
                            <p:childTnLst>
                              <p:par>
                                <p:cTn id="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000"/>
                            </p:stCondLst>
                            <p:childTnLst>
                              <p:par>
                                <p:cTn id="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0"/>
                            </p:stCondLst>
                            <p:childTnLst>
                              <p:par>
                                <p:cTn id="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000"/>
                            </p:stCondLst>
                            <p:childTnLst>
                              <p:par>
                                <p:cTn id="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7000"/>
                            </p:stCondLst>
                            <p:childTnLst>
                              <p:par>
                                <p:cTn id="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0"/>
                            </p:stCondLst>
                            <p:childTnLst>
                              <p:par>
                                <p:cTn id="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9000"/>
                            </p:stCondLst>
                            <p:childTnLst>
                              <p:par>
                                <p:cTn id="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0"/>
                            </p:stCondLst>
                            <p:childTnLst>
                              <p:par>
                                <p:cTn id="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1000"/>
                            </p:stCondLst>
                            <p:childTnLst>
                              <p:par>
                                <p:cTn id="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2000"/>
                            </p:stCondLst>
                            <p:childTnLst>
                              <p:par>
                                <p:cTn id="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3000"/>
                            </p:stCondLst>
                            <p:childTnLst>
                              <p:par>
                                <p:cTn id="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4000"/>
                            </p:stCondLst>
                            <p:childTnLst>
                              <p:par>
                                <p:cTn id="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5000"/>
                            </p:stCondLst>
                            <p:childTnLst>
                              <p:par>
                                <p:cTn id="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6000"/>
                            </p:stCondLst>
                            <p:childTnLst>
                              <p:par>
                                <p:cTn id="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17000"/>
                            </p:stCondLst>
                            <p:childTnLst>
                              <p:par>
                                <p:cTn id="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8000"/>
                            </p:stCondLst>
                            <p:childTnLst>
                              <p:par>
                                <p:cTn id="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19000"/>
                            </p:stCondLst>
                            <p:childTnLst>
                              <p:par>
                                <p:cTn id="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0000"/>
                            </p:stCondLst>
                            <p:childTnLst>
                              <p:par>
                                <p:cTn id="1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21000"/>
                            </p:stCondLst>
                            <p:childTnLst>
                              <p:par>
                                <p:cTn id="1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22000"/>
                            </p:stCondLst>
                            <p:childTnLst>
                              <p:par>
                                <p:cTn id="1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23000"/>
                            </p:stCondLst>
                            <p:childTnLst>
                              <p:par>
                                <p:cTn id="1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24000"/>
                            </p:stCondLst>
                            <p:childTnLst>
                              <p:par>
                                <p:cTn id="1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25000"/>
                            </p:stCondLst>
                            <p:childTnLst>
                              <p:par>
                                <p:cTn id="1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26000"/>
                            </p:stCondLst>
                            <p:childTnLst>
                              <p:par>
                                <p:cTn id="1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27000"/>
                            </p:stCondLst>
                            <p:childTnLst>
                              <p:par>
                                <p:cTn id="1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28000"/>
                            </p:stCondLst>
                            <p:childTnLst>
                              <p:par>
                                <p:cTn id="1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29000"/>
                            </p:stCondLst>
                            <p:childTnLst>
                              <p:par>
                                <p:cTn id="1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30000"/>
                            </p:stCondLst>
                            <p:childTnLst>
                              <p:par>
                                <p:cTn id="1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31000"/>
                            </p:stCondLst>
                            <p:childTnLst>
                              <p:par>
                                <p:cTn id="1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32000"/>
                            </p:stCondLst>
                            <p:childTnLst>
                              <p:par>
                                <p:cTn id="1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33000"/>
                            </p:stCondLst>
                            <p:childTnLst>
                              <p:par>
                                <p:cTn id="1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34000"/>
                            </p:stCondLst>
                            <p:childTnLst>
                              <p:par>
                                <p:cTn id="1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35000"/>
                            </p:stCondLst>
                            <p:childTnLst>
                              <p:par>
                                <p:cTn id="1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" fill="hold">
                            <p:stCondLst>
                              <p:cond delay="36000"/>
                            </p:stCondLst>
                            <p:childTnLst>
                              <p:par>
                                <p:cTn id="1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" fill="hold">
                            <p:stCondLst>
                              <p:cond delay="37000"/>
                            </p:stCondLst>
                            <p:childTnLst>
                              <p:par>
                                <p:cTn id="1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2" fill="hold">
                            <p:stCondLst>
                              <p:cond delay="38000"/>
                            </p:stCondLst>
                            <p:childTnLst>
                              <p:par>
                                <p:cTn id="1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39000"/>
                            </p:stCondLst>
                            <p:childTnLst>
                              <p:par>
                                <p:cTn id="1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2" fill="hold">
                            <p:stCondLst>
                              <p:cond delay="40000"/>
                            </p:stCondLst>
                            <p:childTnLst>
                              <p:par>
                                <p:cTn id="2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41000"/>
                            </p:stCondLst>
                            <p:childTnLst>
                              <p:par>
                                <p:cTn id="2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2" fill="hold">
                            <p:stCondLst>
                              <p:cond delay="42000"/>
                            </p:stCondLst>
                            <p:childTnLst>
                              <p:par>
                                <p:cTn id="2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7" fill="hold">
                            <p:stCondLst>
                              <p:cond delay="43000"/>
                            </p:stCondLst>
                            <p:childTnLst>
                              <p:par>
                                <p:cTn id="2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2" fill="hold">
                            <p:stCondLst>
                              <p:cond delay="44000"/>
                            </p:stCondLst>
                            <p:childTnLst>
                              <p:par>
                                <p:cTn id="2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/>
      <p:bldP spid="49" grpId="0"/>
      <p:bldP spid="48" grpId="0"/>
      <p:bldP spid="47" grpId="0"/>
      <p:bldP spid="46" grpId="0"/>
      <p:bldP spid="45" grpId="0"/>
      <p:bldP spid="44" grpId="0"/>
      <p:bldP spid="43" grpId="0"/>
      <p:bldP spid="42" grpId="0"/>
      <p:bldP spid="41" grpId="0"/>
      <p:bldP spid="40" grpId="0"/>
      <p:bldP spid="39" grpId="0"/>
      <p:bldP spid="38" grpId="0"/>
      <p:bldP spid="37" grpId="0"/>
      <p:bldP spid="36" grpId="0"/>
      <p:bldP spid="35" grpId="0"/>
      <p:bldP spid="34" grpId="0"/>
      <p:bldP spid="33" grpId="0"/>
      <p:bldP spid="32" grpId="0"/>
      <p:bldP spid="31" grpId="0"/>
      <p:bldP spid="30" grpId="0"/>
      <p:bldP spid="29" grpId="0"/>
      <p:bldP spid="28" grpId="0"/>
      <p:bldP spid="27" grpId="0"/>
      <p:bldP spid="26" grpId="0"/>
      <p:bldP spid="25" grpId="0"/>
      <p:bldP spid="24" grpId="0"/>
      <p:bldP spid="23" grpId="0"/>
      <p:bldP spid="22" grpId="0"/>
      <p:bldP spid="21" grpId="0"/>
      <p:bldP spid="20" grpId="0"/>
      <p:bldP spid="19" grpId="0"/>
      <p:bldP spid="18" grpId="0"/>
      <p:bldP spid="17" grpId="0"/>
      <p:bldP spid="16" grpId="0"/>
      <p:bldP spid="15" grpId="0"/>
      <p:bldP spid="14" grpId="0"/>
      <p:bldP spid="13" grpId="0"/>
      <p:bldP spid="12" grpId="0"/>
      <p:bldP spid="11" grpId="0"/>
      <p:bldP spid="10" grpId="0"/>
      <p:bldP spid="9" grpId="0"/>
      <p:bldP spid="8" grpId="0"/>
      <p:bldP spid="7" grpId="0"/>
      <p:bldP spid="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834640" cy="35204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4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368" y="1005840"/>
            <a:ext cx="2615184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840480" y="10515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4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840480" y="14630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840480" y="1874520"/>
            <a:ext cx="4846320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Леонова Ирина Александровна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3840480" y="36118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1920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5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368" y="841248"/>
            <a:ext cx="3072384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23560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6" name="CD_45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6000" dirty="0"/>
          </a:p>
        </p:txBody>
      </p:sp>
      <p:sp>
        <p:nvSpPr>
          <p:cNvPr id="7" name="CD_44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6000" dirty="0"/>
          </a:p>
        </p:txBody>
      </p:sp>
      <p:sp>
        <p:nvSpPr>
          <p:cNvPr id="8" name="CD_43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6000" dirty="0"/>
          </a:p>
        </p:txBody>
      </p:sp>
      <p:sp>
        <p:nvSpPr>
          <p:cNvPr id="9" name="CD_42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6000" dirty="0"/>
          </a:p>
        </p:txBody>
      </p:sp>
      <p:sp>
        <p:nvSpPr>
          <p:cNvPr id="10" name="CD_41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6000" dirty="0"/>
          </a:p>
        </p:txBody>
      </p:sp>
      <p:sp>
        <p:nvSpPr>
          <p:cNvPr id="11" name="CD_40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6000" dirty="0"/>
          </a:p>
        </p:txBody>
      </p:sp>
      <p:sp>
        <p:nvSpPr>
          <p:cNvPr id="12" name="CD_39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6000" dirty="0"/>
          </a:p>
        </p:txBody>
      </p:sp>
      <p:sp>
        <p:nvSpPr>
          <p:cNvPr id="13" name="CD_38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6000" dirty="0"/>
          </a:p>
        </p:txBody>
      </p:sp>
      <p:sp>
        <p:nvSpPr>
          <p:cNvPr id="14" name="CD_37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6000" dirty="0"/>
          </a:p>
        </p:txBody>
      </p:sp>
      <p:sp>
        <p:nvSpPr>
          <p:cNvPr id="15" name="CD_36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6000" dirty="0"/>
          </a:p>
        </p:txBody>
      </p:sp>
      <p:sp>
        <p:nvSpPr>
          <p:cNvPr id="16" name="CD_35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6000" dirty="0"/>
          </a:p>
        </p:txBody>
      </p:sp>
      <p:sp>
        <p:nvSpPr>
          <p:cNvPr id="17" name="CD_34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6000" dirty="0"/>
          </a:p>
        </p:txBody>
      </p:sp>
      <p:sp>
        <p:nvSpPr>
          <p:cNvPr id="18" name="CD_33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6000" dirty="0"/>
          </a:p>
        </p:txBody>
      </p:sp>
      <p:sp>
        <p:nvSpPr>
          <p:cNvPr id="19" name="CD_32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6000" dirty="0"/>
          </a:p>
        </p:txBody>
      </p:sp>
      <p:sp>
        <p:nvSpPr>
          <p:cNvPr id="20" name="CD_31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6000" dirty="0"/>
          </a:p>
        </p:txBody>
      </p:sp>
      <p:sp>
        <p:nvSpPr>
          <p:cNvPr id="21" name="CD_30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6000" dirty="0"/>
          </a:p>
        </p:txBody>
      </p:sp>
      <p:sp>
        <p:nvSpPr>
          <p:cNvPr id="22" name="CD_29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6000" dirty="0"/>
          </a:p>
        </p:txBody>
      </p:sp>
      <p:sp>
        <p:nvSpPr>
          <p:cNvPr id="23" name="CD_28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6000" dirty="0"/>
          </a:p>
        </p:txBody>
      </p:sp>
      <p:sp>
        <p:nvSpPr>
          <p:cNvPr id="24" name="CD_27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6000" dirty="0"/>
          </a:p>
        </p:txBody>
      </p:sp>
      <p:sp>
        <p:nvSpPr>
          <p:cNvPr id="25" name="CD_26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6000" dirty="0"/>
          </a:p>
        </p:txBody>
      </p:sp>
      <p:sp>
        <p:nvSpPr>
          <p:cNvPr id="26" name="CD_25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6000" dirty="0"/>
          </a:p>
        </p:txBody>
      </p:sp>
      <p:sp>
        <p:nvSpPr>
          <p:cNvPr id="27" name="CD_24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6000" dirty="0"/>
          </a:p>
        </p:txBody>
      </p:sp>
      <p:sp>
        <p:nvSpPr>
          <p:cNvPr id="28" name="CD_23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6000" dirty="0"/>
          </a:p>
        </p:txBody>
      </p:sp>
      <p:sp>
        <p:nvSpPr>
          <p:cNvPr id="29" name="CD_22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6000" dirty="0"/>
          </a:p>
        </p:txBody>
      </p:sp>
      <p:sp>
        <p:nvSpPr>
          <p:cNvPr id="30" name="CD_21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6000" dirty="0"/>
          </a:p>
        </p:txBody>
      </p:sp>
      <p:sp>
        <p:nvSpPr>
          <p:cNvPr id="31" name="CD_20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6000" dirty="0"/>
          </a:p>
        </p:txBody>
      </p:sp>
      <p:sp>
        <p:nvSpPr>
          <p:cNvPr id="32" name="CD_19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6000" dirty="0"/>
          </a:p>
        </p:txBody>
      </p:sp>
      <p:sp>
        <p:nvSpPr>
          <p:cNvPr id="33" name="CD_18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6000" dirty="0"/>
          </a:p>
        </p:txBody>
      </p:sp>
      <p:sp>
        <p:nvSpPr>
          <p:cNvPr id="34" name="CD_17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6000" dirty="0"/>
          </a:p>
        </p:txBody>
      </p:sp>
      <p:sp>
        <p:nvSpPr>
          <p:cNvPr id="35" name="CD_16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6000" dirty="0"/>
          </a:p>
        </p:txBody>
      </p:sp>
      <p:sp>
        <p:nvSpPr>
          <p:cNvPr id="36" name="CD_15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6000" dirty="0"/>
          </a:p>
        </p:txBody>
      </p:sp>
      <p:sp>
        <p:nvSpPr>
          <p:cNvPr id="37" name="CD_14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6000" dirty="0"/>
          </a:p>
        </p:txBody>
      </p:sp>
      <p:sp>
        <p:nvSpPr>
          <p:cNvPr id="38" name="CD_13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6000" dirty="0"/>
          </a:p>
        </p:txBody>
      </p:sp>
      <p:sp>
        <p:nvSpPr>
          <p:cNvPr id="39" name="CD_12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6000" dirty="0"/>
          </a:p>
        </p:txBody>
      </p:sp>
      <p:sp>
        <p:nvSpPr>
          <p:cNvPr id="40" name="CD_11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6000" dirty="0"/>
          </a:p>
        </p:txBody>
      </p:sp>
      <p:sp>
        <p:nvSpPr>
          <p:cNvPr id="41" name="CD_10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42" name="CD_9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6000" dirty="0"/>
          </a:p>
        </p:txBody>
      </p:sp>
      <p:sp>
        <p:nvSpPr>
          <p:cNvPr id="43" name="CD_8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6000" dirty="0"/>
          </a:p>
        </p:txBody>
      </p:sp>
      <p:sp>
        <p:nvSpPr>
          <p:cNvPr id="44" name="CD_7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6000" dirty="0"/>
          </a:p>
        </p:txBody>
      </p:sp>
      <p:sp>
        <p:nvSpPr>
          <p:cNvPr id="45" name="CD_6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6000" dirty="0"/>
          </a:p>
        </p:txBody>
      </p:sp>
      <p:sp>
        <p:nvSpPr>
          <p:cNvPr id="46" name="CD_5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6000" dirty="0"/>
          </a:p>
        </p:txBody>
      </p:sp>
      <p:sp>
        <p:nvSpPr>
          <p:cNvPr id="47" name="CD_4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000" dirty="0"/>
          </a:p>
        </p:txBody>
      </p:sp>
      <p:sp>
        <p:nvSpPr>
          <p:cNvPr id="48" name="CD_3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49" name="CD_2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000" dirty="0"/>
          </a:p>
        </p:txBody>
      </p:sp>
      <p:sp>
        <p:nvSpPr>
          <p:cNvPr id="50" name="CD_1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51" name="Text 48"/>
          <p:cNvSpPr txBox="1"/>
          <p:nvPr/>
        </p:nvSpPr>
        <p:spPr>
          <a:xfrm>
            <a:off x="4114800" y="24688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4114800" y="2880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5</a:t>
            </a:r>
            <a:endParaRPr lang="en-US" sz="1500" dirty="0"/>
          </a:p>
        </p:txBody>
      </p:sp>
      <p:sp>
        <p:nvSpPr>
          <p:cNvPr id="53" name="Text 50"/>
          <p:cNvSpPr txBox="1"/>
          <p:nvPr/>
        </p:nvSpPr>
        <p:spPr>
          <a:xfrm>
            <a:off x="4114800" y="32004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54" name="Text 51"/>
          <p:cNvSpPr txBox="1"/>
          <p:nvPr/>
        </p:nvSpPr>
        <p:spPr>
          <a:xfrm>
            <a:off x="4114800" y="3840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55" name="Image 1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56" name="Image 2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240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00"/>
                            </p:stCondLst>
                            <p:childTnLst>
                              <p:par>
                                <p:cTn id="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0"/>
                            </p:stCondLst>
                            <p:childTnLst>
                              <p:par>
                                <p:cTn id="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000"/>
                            </p:stCondLst>
                            <p:childTnLst>
                              <p:par>
                                <p:cTn id="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0"/>
                            </p:stCondLst>
                            <p:childTnLst>
                              <p:par>
                                <p:cTn id="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000"/>
                            </p:stCondLst>
                            <p:childTnLst>
                              <p:par>
                                <p:cTn id="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7000"/>
                            </p:stCondLst>
                            <p:childTnLst>
                              <p:par>
                                <p:cTn id="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0"/>
                            </p:stCondLst>
                            <p:childTnLst>
                              <p:par>
                                <p:cTn id="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9000"/>
                            </p:stCondLst>
                            <p:childTnLst>
                              <p:par>
                                <p:cTn id="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0"/>
                            </p:stCondLst>
                            <p:childTnLst>
                              <p:par>
                                <p:cTn id="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1000"/>
                            </p:stCondLst>
                            <p:childTnLst>
                              <p:par>
                                <p:cTn id="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2000"/>
                            </p:stCondLst>
                            <p:childTnLst>
                              <p:par>
                                <p:cTn id="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3000"/>
                            </p:stCondLst>
                            <p:childTnLst>
                              <p:par>
                                <p:cTn id="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4000"/>
                            </p:stCondLst>
                            <p:childTnLst>
                              <p:par>
                                <p:cTn id="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5000"/>
                            </p:stCondLst>
                            <p:childTnLst>
                              <p:par>
                                <p:cTn id="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6000"/>
                            </p:stCondLst>
                            <p:childTnLst>
                              <p:par>
                                <p:cTn id="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17000"/>
                            </p:stCondLst>
                            <p:childTnLst>
                              <p:par>
                                <p:cTn id="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8000"/>
                            </p:stCondLst>
                            <p:childTnLst>
                              <p:par>
                                <p:cTn id="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19000"/>
                            </p:stCondLst>
                            <p:childTnLst>
                              <p:par>
                                <p:cTn id="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0000"/>
                            </p:stCondLst>
                            <p:childTnLst>
                              <p:par>
                                <p:cTn id="1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21000"/>
                            </p:stCondLst>
                            <p:childTnLst>
                              <p:par>
                                <p:cTn id="1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22000"/>
                            </p:stCondLst>
                            <p:childTnLst>
                              <p:par>
                                <p:cTn id="1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23000"/>
                            </p:stCondLst>
                            <p:childTnLst>
                              <p:par>
                                <p:cTn id="1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24000"/>
                            </p:stCondLst>
                            <p:childTnLst>
                              <p:par>
                                <p:cTn id="1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25000"/>
                            </p:stCondLst>
                            <p:childTnLst>
                              <p:par>
                                <p:cTn id="1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26000"/>
                            </p:stCondLst>
                            <p:childTnLst>
                              <p:par>
                                <p:cTn id="1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27000"/>
                            </p:stCondLst>
                            <p:childTnLst>
                              <p:par>
                                <p:cTn id="1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28000"/>
                            </p:stCondLst>
                            <p:childTnLst>
                              <p:par>
                                <p:cTn id="1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29000"/>
                            </p:stCondLst>
                            <p:childTnLst>
                              <p:par>
                                <p:cTn id="1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30000"/>
                            </p:stCondLst>
                            <p:childTnLst>
                              <p:par>
                                <p:cTn id="1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31000"/>
                            </p:stCondLst>
                            <p:childTnLst>
                              <p:par>
                                <p:cTn id="1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32000"/>
                            </p:stCondLst>
                            <p:childTnLst>
                              <p:par>
                                <p:cTn id="1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33000"/>
                            </p:stCondLst>
                            <p:childTnLst>
                              <p:par>
                                <p:cTn id="1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34000"/>
                            </p:stCondLst>
                            <p:childTnLst>
                              <p:par>
                                <p:cTn id="1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35000"/>
                            </p:stCondLst>
                            <p:childTnLst>
                              <p:par>
                                <p:cTn id="1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" fill="hold">
                            <p:stCondLst>
                              <p:cond delay="36000"/>
                            </p:stCondLst>
                            <p:childTnLst>
                              <p:par>
                                <p:cTn id="1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" fill="hold">
                            <p:stCondLst>
                              <p:cond delay="37000"/>
                            </p:stCondLst>
                            <p:childTnLst>
                              <p:par>
                                <p:cTn id="1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2" fill="hold">
                            <p:stCondLst>
                              <p:cond delay="38000"/>
                            </p:stCondLst>
                            <p:childTnLst>
                              <p:par>
                                <p:cTn id="1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39000"/>
                            </p:stCondLst>
                            <p:childTnLst>
                              <p:par>
                                <p:cTn id="1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2" fill="hold">
                            <p:stCondLst>
                              <p:cond delay="40000"/>
                            </p:stCondLst>
                            <p:childTnLst>
                              <p:par>
                                <p:cTn id="2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41000"/>
                            </p:stCondLst>
                            <p:childTnLst>
                              <p:par>
                                <p:cTn id="2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2" fill="hold">
                            <p:stCondLst>
                              <p:cond delay="42000"/>
                            </p:stCondLst>
                            <p:childTnLst>
                              <p:par>
                                <p:cTn id="2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7" fill="hold">
                            <p:stCondLst>
                              <p:cond delay="43000"/>
                            </p:stCondLst>
                            <p:childTnLst>
                              <p:par>
                                <p:cTn id="2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2" fill="hold">
                            <p:stCondLst>
                              <p:cond delay="44000"/>
                            </p:stCondLst>
                            <p:childTnLst>
                              <p:par>
                                <p:cTn id="2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/>
      <p:bldP spid="49" grpId="0"/>
      <p:bldP spid="48" grpId="0"/>
      <p:bldP spid="47" grpId="0"/>
      <p:bldP spid="46" grpId="0"/>
      <p:bldP spid="45" grpId="0"/>
      <p:bldP spid="44" grpId="0"/>
      <p:bldP spid="43" grpId="0"/>
      <p:bldP spid="42" grpId="0"/>
      <p:bldP spid="41" grpId="0"/>
      <p:bldP spid="40" grpId="0"/>
      <p:bldP spid="39" grpId="0"/>
      <p:bldP spid="38" grpId="0"/>
      <p:bldP spid="37" grpId="0"/>
      <p:bldP spid="36" grpId="0"/>
      <p:bldP spid="35" grpId="0"/>
      <p:bldP spid="34" grpId="0"/>
      <p:bldP spid="33" grpId="0"/>
      <p:bldP spid="32" grpId="0"/>
      <p:bldP spid="31" grpId="0"/>
      <p:bldP spid="30" grpId="0"/>
      <p:bldP spid="29" grpId="0"/>
      <p:bldP spid="28" grpId="0"/>
      <p:bldP spid="27" grpId="0"/>
      <p:bldP spid="26" grpId="0"/>
      <p:bldP spid="25" grpId="0"/>
      <p:bldP spid="24" grpId="0"/>
      <p:bldP spid="23" grpId="0"/>
      <p:bldP spid="22" grpId="0"/>
      <p:bldP spid="21" grpId="0"/>
      <p:bldP spid="20" grpId="0"/>
      <p:bldP spid="19" grpId="0"/>
      <p:bldP spid="18" grpId="0"/>
      <p:bldP spid="17" grpId="0"/>
      <p:bldP spid="16" grpId="0"/>
      <p:bldP spid="15" grpId="0"/>
      <p:bldP spid="14" grpId="0"/>
      <p:bldP spid="13" grpId="0"/>
      <p:bldP spid="12" grpId="0"/>
      <p:bldP spid="11" grpId="0"/>
      <p:bldP spid="10" grpId="0"/>
      <p:bldP spid="9" grpId="0"/>
      <p:bldP spid="8" grpId="0"/>
      <p:bldP spid="7" grpId="0"/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834640" cy="35204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5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368" y="1005840"/>
            <a:ext cx="2615184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840480" y="10515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5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840480" y="14630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840480" y="1874520"/>
            <a:ext cx="4846320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Исупова Наталия Ростиславовна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3840480" y="36118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1920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457200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6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368" y="841248"/>
            <a:ext cx="4352544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263640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6" name="CD_45"/>
          <p:cNvSpPr txBox="1"/>
          <p:nvPr/>
        </p:nvSpPr>
        <p:spPr>
          <a:xfrm>
            <a:off x="626364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6000" dirty="0"/>
          </a:p>
        </p:txBody>
      </p:sp>
      <p:sp>
        <p:nvSpPr>
          <p:cNvPr id="7" name="CD_44"/>
          <p:cNvSpPr txBox="1"/>
          <p:nvPr/>
        </p:nvSpPr>
        <p:spPr>
          <a:xfrm>
            <a:off x="626364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6000" dirty="0"/>
          </a:p>
        </p:txBody>
      </p:sp>
      <p:sp>
        <p:nvSpPr>
          <p:cNvPr id="8" name="CD_43"/>
          <p:cNvSpPr txBox="1"/>
          <p:nvPr/>
        </p:nvSpPr>
        <p:spPr>
          <a:xfrm>
            <a:off x="626364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6000" dirty="0"/>
          </a:p>
        </p:txBody>
      </p:sp>
      <p:sp>
        <p:nvSpPr>
          <p:cNvPr id="9" name="CD_42"/>
          <p:cNvSpPr txBox="1"/>
          <p:nvPr/>
        </p:nvSpPr>
        <p:spPr>
          <a:xfrm>
            <a:off x="626364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6000" dirty="0"/>
          </a:p>
        </p:txBody>
      </p:sp>
      <p:sp>
        <p:nvSpPr>
          <p:cNvPr id="10" name="CD_41"/>
          <p:cNvSpPr txBox="1"/>
          <p:nvPr/>
        </p:nvSpPr>
        <p:spPr>
          <a:xfrm>
            <a:off x="626364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6000" dirty="0"/>
          </a:p>
        </p:txBody>
      </p:sp>
      <p:sp>
        <p:nvSpPr>
          <p:cNvPr id="11" name="CD_40"/>
          <p:cNvSpPr txBox="1"/>
          <p:nvPr/>
        </p:nvSpPr>
        <p:spPr>
          <a:xfrm>
            <a:off x="626364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6000" dirty="0"/>
          </a:p>
        </p:txBody>
      </p:sp>
      <p:sp>
        <p:nvSpPr>
          <p:cNvPr id="12" name="CD_39"/>
          <p:cNvSpPr txBox="1"/>
          <p:nvPr/>
        </p:nvSpPr>
        <p:spPr>
          <a:xfrm>
            <a:off x="626364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6000" dirty="0"/>
          </a:p>
        </p:txBody>
      </p:sp>
      <p:sp>
        <p:nvSpPr>
          <p:cNvPr id="13" name="CD_38"/>
          <p:cNvSpPr txBox="1"/>
          <p:nvPr/>
        </p:nvSpPr>
        <p:spPr>
          <a:xfrm>
            <a:off x="626364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6000" dirty="0"/>
          </a:p>
        </p:txBody>
      </p:sp>
      <p:sp>
        <p:nvSpPr>
          <p:cNvPr id="14" name="CD_37"/>
          <p:cNvSpPr txBox="1"/>
          <p:nvPr/>
        </p:nvSpPr>
        <p:spPr>
          <a:xfrm>
            <a:off x="626364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6000" dirty="0"/>
          </a:p>
        </p:txBody>
      </p:sp>
      <p:sp>
        <p:nvSpPr>
          <p:cNvPr id="15" name="CD_36"/>
          <p:cNvSpPr txBox="1"/>
          <p:nvPr/>
        </p:nvSpPr>
        <p:spPr>
          <a:xfrm>
            <a:off x="626364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6000" dirty="0"/>
          </a:p>
        </p:txBody>
      </p:sp>
      <p:sp>
        <p:nvSpPr>
          <p:cNvPr id="16" name="CD_35"/>
          <p:cNvSpPr txBox="1"/>
          <p:nvPr/>
        </p:nvSpPr>
        <p:spPr>
          <a:xfrm>
            <a:off x="626364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6000" dirty="0"/>
          </a:p>
        </p:txBody>
      </p:sp>
      <p:sp>
        <p:nvSpPr>
          <p:cNvPr id="17" name="CD_34"/>
          <p:cNvSpPr txBox="1"/>
          <p:nvPr/>
        </p:nvSpPr>
        <p:spPr>
          <a:xfrm>
            <a:off x="626364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6000" dirty="0"/>
          </a:p>
        </p:txBody>
      </p:sp>
      <p:sp>
        <p:nvSpPr>
          <p:cNvPr id="18" name="CD_33"/>
          <p:cNvSpPr txBox="1"/>
          <p:nvPr/>
        </p:nvSpPr>
        <p:spPr>
          <a:xfrm>
            <a:off x="626364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6000" dirty="0"/>
          </a:p>
        </p:txBody>
      </p:sp>
      <p:sp>
        <p:nvSpPr>
          <p:cNvPr id="19" name="CD_32"/>
          <p:cNvSpPr txBox="1"/>
          <p:nvPr/>
        </p:nvSpPr>
        <p:spPr>
          <a:xfrm>
            <a:off x="626364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6000" dirty="0"/>
          </a:p>
        </p:txBody>
      </p:sp>
      <p:sp>
        <p:nvSpPr>
          <p:cNvPr id="20" name="CD_31"/>
          <p:cNvSpPr txBox="1"/>
          <p:nvPr/>
        </p:nvSpPr>
        <p:spPr>
          <a:xfrm>
            <a:off x="626364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6000" dirty="0"/>
          </a:p>
        </p:txBody>
      </p:sp>
      <p:sp>
        <p:nvSpPr>
          <p:cNvPr id="21" name="CD_30"/>
          <p:cNvSpPr txBox="1"/>
          <p:nvPr/>
        </p:nvSpPr>
        <p:spPr>
          <a:xfrm>
            <a:off x="626364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6000" dirty="0"/>
          </a:p>
        </p:txBody>
      </p:sp>
      <p:sp>
        <p:nvSpPr>
          <p:cNvPr id="22" name="CD_29"/>
          <p:cNvSpPr txBox="1"/>
          <p:nvPr/>
        </p:nvSpPr>
        <p:spPr>
          <a:xfrm>
            <a:off x="626364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6000" dirty="0"/>
          </a:p>
        </p:txBody>
      </p:sp>
      <p:sp>
        <p:nvSpPr>
          <p:cNvPr id="23" name="CD_28"/>
          <p:cNvSpPr txBox="1"/>
          <p:nvPr/>
        </p:nvSpPr>
        <p:spPr>
          <a:xfrm>
            <a:off x="626364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6000" dirty="0"/>
          </a:p>
        </p:txBody>
      </p:sp>
      <p:sp>
        <p:nvSpPr>
          <p:cNvPr id="24" name="CD_27"/>
          <p:cNvSpPr txBox="1"/>
          <p:nvPr/>
        </p:nvSpPr>
        <p:spPr>
          <a:xfrm>
            <a:off x="626364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6000" dirty="0"/>
          </a:p>
        </p:txBody>
      </p:sp>
      <p:sp>
        <p:nvSpPr>
          <p:cNvPr id="25" name="CD_26"/>
          <p:cNvSpPr txBox="1"/>
          <p:nvPr/>
        </p:nvSpPr>
        <p:spPr>
          <a:xfrm>
            <a:off x="626364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6000" dirty="0"/>
          </a:p>
        </p:txBody>
      </p:sp>
      <p:sp>
        <p:nvSpPr>
          <p:cNvPr id="26" name="CD_25"/>
          <p:cNvSpPr txBox="1"/>
          <p:nvPr/>
        </p:nvSpPr>
        <p:spPr>
          <a:xfrm>
            <a:off x="626364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6000" dirty="0"/>
          </a:p>
        </p:txBody>
      </p:sp>
      <p:sp>
        <p:nvSpPr>
          <p:cNvPr id="27" name="CD_24"/>
          <p:cNvSpPr txBox="1"/>
          <p:nvPr/>
        </p:nvSpPr>
        <p:spPr>
          <a:xfrm>
            <a:off x="626364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6000" dirty="0"/>
          </a:p>
        </p:txBody>
      </p:sp>
      <p:sp>
        <p:nvSpPr>
          <p:cNvPr id="28" name="CD_23"/>
          <p:cNvSpPr txBox="1"/>
          <p:nvPr/>
        </p:nvSpPr>
        <p:spPr>
          <a:xfrm>
            <a:off x="626364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6000" dirty="0"/>
          </a:p>
        </p:txBody>
      </p:sp>
      <p:sp>
        <p:nvSpPr>
          <p:cNvPr id="29" name="CD_22"/>
          <p:cNvSpPr txBox="1"/>
          <p:nvPr/>
        </p:nvSpPr>
        <p:spPr>
          <a:xfrm>
            <a:off x="626364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6000" dirty="0"/>
          </a:p>
        </p:txBody>
      </p:sp>
      <p:sp>
        <p:nvSpPr>
          <p:cNvPr id="30" name="CD_21"/>
          <p:cNvSpPr txBox="1"/>
          <p:nvPr/>
        </p:nvSpPr>
        <p:spPr>
          <a:xfrm>
            <a:off x="626364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6000" dirty="0"/>
          </a:p>
        </p:txBody>
      </p:sp>
      <p:sp>
        <p:nvSpPr>
          <p:cNvPr id="31" name="CD_20"/>
          <p:cNvSpPr txBox="1"/>
          <p:nvPr/>
        </p:nvSpPr>
        <p:spPr>
          <a:xfrm>
            <a:off x="626364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6000" dirty="0"/>
          </a:p>
        </p:txBody>
      </p:sp>
      <p:sp>
        <p:nvSpPr>
          <p:cNvPr id="32" name="CD_19"/>
          <p:cNvSpPr txBox="1"/>
          <p:nvPr/>
        </p:nvSpPr>
        <p:spPr>
          <a:xfrm>
            <a:off x="626364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6000" dirty="0"/>
          </a:p>
        </p:txBody>
      </p:sp>
      <p:sp>
        <p:nvSpPr>
          <p:cNvPr id="33" name="CD_18"/>
          <p:cNvSpPr txBox="1"/>
          <p:nvPr/>
        </p:nvSpPr>
        <p:spPr>
          <a:xfrm>
            <a:off x="626364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6000" dirty="0"/>
          </a:p>
        </p:txBody>
      </p:sp>
      <p:sp>
        <p:nvSpPr>
          <p:cNvPr id="34" name="CD_17"/>
          <p:cNvSpPr txBox="1"/>
          <p:nvPr/>
        </p:nvSpPr>
        <p:spPr>
          <a:xfrm>
            <a:off x="626364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6000" dirty="0"/>
          </a:p>
        </p:txBody>
      </p:sp>
      <p:sp>
        <p:nvSpPr>
          <p:cNvPr id="35" name="CD_16"/>
          <p:cNvSpPr txBox="1"/>
          <p:nvPr/>
        </p:nvSpPr>
        <p:spPr>
          <a:xfrm>
            <a:off x="626364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6000" dirty="0"/>
          </a:p>
        </p:txBody>
      </p:sp>
      <p:sp>
        <p:nvSpPr>
          <p:cNvPr id="36" name="CD_15"/>
          <p:cNvSpPr txBox="1"/>
          <p:nvPr/>
        </p:nvSpPr>
        <p:spPr>
          <a:xfrm>
            <a:off x="626364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6000" dirty="0"/>
          </a:p>
        </p:txBody>
      </p:sp>
      <p:sp>
        <p:nvSpPr>
          <p:cNvPr id="37" name="CD_14"/>
          <p:cNvSpPr txBox="1"/>
          <p:nvPr/>
        </p:nvSpPr>
        <p:spPr>
          <a:xfrm>
            <a:off x="626364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6000" dirty="0"/>
          </a:p>
        </p:txBody>
      </p:sp>
      <p:sp>
        <p:nvSpPr>
          <p:cNvPr id="38" name="CD_13"/>
          <p:cNvSpPr txBox="1"/>
          <p:nvPr/>
        </p:nvSpPr>
        <p:spPr>
          <a:xfrm>
            <a:off x="626364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6000" dirty="0"/>
          </a:p>
        </p:txBody>
      </p:sp>
      <p:sp>
        <p:nvSpPr>
          <p:cNvPr id="39" name="CD_12"/>
          <p:cNvSpPr txBox="1"/>
          <p:nvPr/>
        </p:nvSpPr>
        <p:spPr>
          <a:xfrm>
            <a:off x="626364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6000" dirty="0"/>
          </a:p>
        </p:txBody>
      </p:sp>
      <p:sp>
        <p:nvSpPr>
          <p:cNvPr id="40" name="CD_11"/>
          <p:cNvSpPr txBox="1"/>
          <p:nvPr/>
        </p:nvSpPr>
        <p:spPr>
          <a:xfrm>
            <a:off x="626364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6000" dirty="0"/>
          </a:p>
        </p:txBody>
      </p:sp>
      <p:sp>
        <p:nvSpPr>
          <p:cNvPr id="41" name="CD_10"/>
          <p:cNvSpPr txBox="1"/>
          <p:nvPr/>
        </p:nvSpPr>
        <p:spPr>
          <a:xfrm>
            <a:off x="626364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42" name="CD_9"/>
          <p:cNvSpPr txBox="1"/>
          <p:nvPr/>
        </p:nvSpPr>
        <p:spPr>
          <a:xfrm>
            <a:off x="626364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6000" dirty="0"/>
          </a:p>
        </p:txBody>
      </p:sp>
      <p:sp>
        <p:nvSpPr>
          <p:cNvPr id="43" name="CD_8"/>
          <p:cNvSpPr txBox="1"/>
          <p:nvPr/>
        </p:nvSpPr>
        <p:spPr>
          <a:xfrm>
            <a:off x="626364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6000" dirty="0"/>
          </a:p>
        </p:txBody>
      </p:sp>
      <p:sp>
        <p:nvSpPr>
          <p:cNvPr id="44" name="CD_7"/>
          <p:cNvSpPr txBox="1"/>
          <p:nvPr/>
        </p:nvSpPr>
        <p:spPr>
          <a:xfrm>
            <a:off x="626364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6000" dirty="0"/>
          </a:p>
        </p:txBody>
      </p:sp>
      <p:sp>
        <p:nvSpPr>
          <p:cNvPr id="45" name="CD_6"/>
          <p:cNvSpPr txBox="1"/>
          <p:nvPr/>
        </p:nvSpPr>
        <p:spPr>
          <a:xfrm>
            <a:off x="626364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6000" dirty="0"/>
          </a:p>
        </p:txBody>
      </p:sp>
      <p:sp>
        <p:nvSpPr>
          <p:cNvPr id="46" name="CD_5"/>
          <p:cNvSpPr txBox="1"/>
          <p:nvPr/>
        </p:nvSpPr>
        <p:spPr>
          <a:xfrm>
            <a:off x="626364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6000" dirty="0"/>
          </a:p>
        </p:txBody>
      </p:sp>
      <p:sp>
        <p:nvSpPr>
          <p:cNvPr id="47" name="CD_4"/>
          <p:cNvSpPr txBox="1"/>
          <p:nvPr/>
        </p:nvSpPr>
        <p:spPr>
          <a:xfrm>
            <a:off x="626364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000" dirty="0"/>
          </a:p>
        </p:txBody>
      </p:sp>
      <p:sp>
        <p:nvSpPr>
          <p:cNvPr id="48" name="CD_3"/>
          <p:cNvSpPr txBox="1"/>
          <p:nvPr/>
        </p:nvSpPr>
        <p:spPr>
          <a:xfrm>
            <a:off x="626364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49" name="CD_2"/>
          <p:cNvSpPr txBox="1"/>
          <p:nvPr/>
        </p:nvSpPr>
        <p:spPr>
          <a:xfrm>
            <a:off x="626364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000" dirty="0"/>
          </a:p>
        </p:txBody>
      </p:sp>
      <p:sp>
        <p:nvSpPr>
          <p:cNvPr id="50" name="CD_1"/>
          <p:cNvSpPr txBox="1"/>
          <p:nvPr/>
        </p:nvSpPr>
        <p:spPr>
          <a:xfrm>
            <a:off x="626364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51" name="Text 48"/>
          <p:cNvSpPr txBox="1"/>
          <p:nvPr/>
        </p:nvSpPr>
        <p:spPr>
          <a:xfrm>
            <a:off x="5394960" y="24688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5394960" y="2880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6</a:t>
            </a:r>
            <a:endParaRPr lang="en-US" sz="1500" dirty="0"/>
          </a:p>
        </p:txBody>
      </p:sp>
      <p:sp>
        <p:nvSpPr>
          <p:cNvPr id="53" name="Text 50"/>
          <p:cNvSpPr txBox="1"/>
          <p:nvPr/>
        </p:nvSpPr>
        <p:spPr>
          <a:xfrm>
            <a:off x="5394960" y="32004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54" name="Text 51"/>
          <p:cNvSpPr txBox="1"/>
          <p:nvPr/>
        </p:nvSpPr>
        <p:spPr>
          <a:xfrm>
            <a:off x="5394960" y="38404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55" name="Image 1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56" name="Image 2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00"/>
                            </p:stCondLst>
                            <p:childTnLst>
                              <p:par>
                                <p:cTn id="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0"/>
                            </p:stCondLst>
                            <p:childTnLst>
                              <p:par>
                                <p:cTn id="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000"/>
                            </p:stCondLst>
                            <p:childTnLst>
                              <p:par>
                                <p:cTn id="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0"/>
                            </p:stCondLst>
                            <p:childTnLst>
                              <p:par>
                                <p:cTn id="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000"/>
                            </p:stCondLst>
                            <p:childTnLst>
                              <p:par>
                                <p:cTn id="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7000"/>
                            </p:stCondLst>
                            <p:childTnLst>
                              <p:par>
                                <p:cTn id="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0"/>
                            </p:stCondLst>
                            <p:childTnLst>
                              <p:par>
                                <p:cTn id="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9000"/>
                            </p:stCondLst>
                            <p:childTnLst>
                              <p:par>
                                <p:cTn id="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0"/>
                            </p:stCondLst>
                            <p:childTnLst>
                              <p:par>
                                <p:cTn id="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1000"/>
                            </p:stCondLst>
                            <p:childTnLst>
                              <p:par>
                                <p:cTn id="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2000"/>
                            </p:stCondLst>
                            <p:childTnLst>
                              <p:par>
                                <p:cTn id="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3000"/>
                            </p:stCondLst>
                            <p:childTnLst>
                              <p:par>
                                <p:cTn id="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4000"/>
                            </p:stCondLst>
                            <p:childTnLst>
                              <p:par>
                                <p:cTn id="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5000"/>
                            </p:stCondLst>
                            <p:childTnLst>
                              <p:par>
                                <p:cTn id="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6000"/>
                            </p:stCondLst>
                            <p:childTnLst>
                              <p:par>
                                <p:cTn id="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17000"/>
                            </p:stCondLst>
                            <p:childTnLst>
                              <p:par>
                                <p:cTn id="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8000"/>
                            </p:stCondLst>
                            <p:childTnLst>
                              <p:par>
                                <p:cTn id="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19000"/>
                            </p:stCondLst>
                            <p:childTnLst>
                              <p:par>
                                <p:cTn id="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0000"/>
                            </p:stCondLst>
                            <p:childTnLst>
                              <p:par>
                                <p:cTn id="1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21000"/>
                            </p:stCondLst>
                            <p:childTnLst>
                              <p:par>
                                <p:cTn id="1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22000"/>
                            </p:stCondLst>
                            <p:childTnLst>
                              <p:par>
                                <p:cTn id="1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23000"/>
                            </p:stCondLst>
                            <p:childTnLst>
                              <p:par>
                                <p:cTn id="1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24000"/>
                            </p:stCondLst>
                            <p:childTnLst>
                              <p:par>
                                <p:cTn id="1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25000"/>
                            </p:stCondLst>
                            <p:childTnLst>
                              <p:par>
                                <p:cTn id="1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26000"/>
                            </p:stCondLst>
                            <p:childTnLst>
                              <p:par>
                                <p:cTn id="1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27000"/>
                            </p:stCondLst>
                            <p:childTnLst>
                              <p:par>
                                <p:cTn id="1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28000"/>
                            </p:stCondLst>
                            <p:childTnLst>
                              <p:par>
                                <p:cTn id="1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29000"/>
                            </p:stCondLst>
                            <p:childTnLst>
                              <p:par>
                                <p:cTn id="1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30000"/>
                            </p:stCondLst>
                            <p:childTnLst>
                              <p:par>
                                <p:cTn id="1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31000"/>
                            </p:stCondLst>
                            <p:childTnLst>
                              <p:par>
                                <p:cTn id="1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32000"/>
                            </p:stCondLst>
                            <p:childTnLst>
                              <p:par>
                                <p:cTn id="1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33000"/>
                            </p:stCondLst>
                            <p:childTnLst>
                              <p:par>
                                <p:cTn id="1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34000"/>
                            </p:stCondLst>
                            <p:childTnLst>
                              <p:par>
                                <p:cTn id="1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35000"/>
                            </p:stCondLst>
                            <p:childTnLst>
                              <p:par>
                                <p:cTn id="1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" fill="hold">
                            <p:stCondLst>
                              <p:cond delay="36000"/>
                            </p:stCondLst>
                            <p:childTnLst>
                              <p:par>
                                <p:cTn id="1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" fill="hold">
                            <p:stCondLst>
                              <p:cond delay="37000"/>
                            </p:stCondLst>
                            <p:childTnLst>
                              <p:par>
                                <p:cTn id="1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2" fill="hold">
                            <p:stCondLst>
                              <p:cond delay="38000"/>
                            </p:stCondLst>
                            <p:childTnLst>
                              <p:par>
                                <p:cTn id="1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39000"/>
                            </p:stCondLst>
                            <p:childTnLst>
                              <p:par>
                                <p:cTn id="1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2" fill="hold">
                            <p:stCondLst>
                              <p:cond delay="40000"/>
                            </p:stCondLst>
                            <p:childTnLst>
                              <p:par>
                                <p:cTn id="2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41000"/>
                            </p:stCondLst>
                            <p:childTnLst>
                              <p:par>
                                <p:cTn id="2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2" fill="hold">
                            <p:stCondLst>
                              <p:cond delay="42000"/>
                            </p:stCondLst>
                            <p:childTnLst>
                              <p:par>
                                <p:cTn id="2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7" fill="hold">
                            <p:stCondLst>
                              <p:cond delay="43000"/>
                            </p:stCondLst>
                            <p:childTnLst>
                              <p:par>
                                <p:cTn id="2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2" fill="hold">
                            <p:stCondLst>
                              <p:cond delay="44000"/>
                            </p:stCondLst>
                            <p:childTnLst>
                              <p:par>
                                <p:cTn id="2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/>
      <p:bldP spid="49" grpId="0"/>
      <p:bldP spid="48" grpId="0"/>
      <p:bldP spid="47" grpId="0"/>
      <p:bldP spid="46" grpId="0"/>
      <p:bldP spid="45" grpId="0"/>
      <p:bldP spid="44" grpId="0"/>
      <p:bldP spid="43" grpId="0"/>
      <p:bldP spid="42" grpId="0"/>
      <p:bldP spid="41" grpId="0"/>
      <p:bldP spid="40" grpId="0"/>
      <p:bldP spid="39" grpId="0"/>
      <p:bldP spid="38" grpId="0"/>
      <p:bldP spid="37" grpId="0"/>
      <p:bldP spid="36" grpId="0"/>
      <p:bldP spid="35" grpId="0"/>
      <p:bldP spid="34" grpId="0"/>
      <p:bldP spid="33" grpId="0"/>
      <p:bldP spid="32" grpId="0"/>
      <p:bldP spid="31" grpId="0"/>
      <p:bldP spid="30" grpId="0"/>
      <p:bldP spid="29" grpId="0"/>
      <p:bldP spid="28" grpId="0"/>
      <p:bldP spid="27" grpId="0"/>
      <p:bldP spid="26" grpId="0"/>
      <p:bldP spid="25" grpId="0"/>
      <p:bldP spid="24" grpId="0"/>
      <p:bldP spid="23" grpId="0"/>
      <p:bldP spid="22" grpId="0"/>
      <p:bldP spid="21" grpId="0"/>
      <p:bldP spid="20" grpId="0"/>
      <p:bldP spid="19" grpId="0"/>
      <p:bldP spid="18" grpId="0"/>
      <p:bldP spid="17" grpId="0"/>
      <p:bldP spid="16" grpId="0"/>
      <p:bldP spid="15" grpId="0"/>
      <p:bldP spid="14" grpId="0"/>
      <p:bldP spid="13" grpId="0"/>
      <p:bldP spid="12" grpId="0"/>
      <p:bldP spid="11" grpId="0"/>
      <p:bldP spid="10" grpId="0"/>
      <p:bldP spid="9" grpId="0"/>
      <p:bldP spid="8" grpId="0"/>
      <p:bldP spid="7" grpId="0"/>
      <p:bldP spid="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402336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6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368" y="1005840"/>
            <a:ext cx="3803904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0" y="1051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6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02920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029200" y="1874520"/>
            <a:ext cx="3657600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Белик Людмила Владимировна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5029200" y="36118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7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368" y="841248"/>
            <a:ext cx="3072384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23560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6" name="CD_45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6000" dirty="0"/>
          </a:p>
        </p:txBody>
      </p:sp>
      <p:sp>
        <p:nvSpPr>
          <p:cNvPr id="7" name="CD_44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6000" dirty="0"/>
          </a:p>
        </p:txBody>
      </p:sp>
      <p:sp>
        <p:nvSpPr>
          <p:cNvPr id="8" name="CD_43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6000" dirty="0"/>
          </a:p>
        </p:txBody>
      </p:sp>
      <p:sp>
        <p:nvSpPr>
          <p:cNvPr id="9" name="CD_42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6000" dirty="0"/>
          </a:p>
        </p:txBody>
      </p:sp>
      <p:sp>
        <p:nvSpPr>
          <p:cNvPr id="10" name="CD_41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6000" dirty="0"/>
          </a:p>
        </p:txBody>
      </p:sp>
      <p:sp>
        <p:nvSpPr>
          <p:cNvPr id="11" name="CD_40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6000" dirty="0"/>
          </a:p>
        </p:txBody>
      </p:sp>
      <p:sp>
        <p:nvSpPr>
          <p:cNvPr id="12" name="CD_39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6000" dirty="0"/>
          </a:p>
        </p:txBody>
      </p:sp>
      <p:sp>
        <p:nvSpPr>
          <p:cNvPr id="13" name="CD_38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6000" dirty="0"/>
          </a:p>
        </p:txBody>
      </p:sp>
      <p:sp>
        <p:nvSpPr>
          <p:cNvPr id="14" name="CD_37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6000" dirty="0"/>
          </a:p>
        </p:txBody>
      </p:sp>
      <p:sp>
        <p:nvSpPr>
          <p:cNvPr id="15" name="CD_36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6000" dirty="0"/>
          </a:p>
        </p:txBody>
      </p:sp>
      <p:sp>
        <p:nvSpPr>
          <p:cNvPr id="16" name="CD_35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6000" dirty="0"/>
          </a:p>
        </p:txBody>
      </p:sp>
      <p:sp>
        <p:nvSpPr>
          <p:cNvPr id="17" name="CD_34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6000" dirty="0"/>
          </a:p>
        </p:txBody>
      </p:sp>
      <p:sp>
        <p:nvSpPr>
          <p:cNvPr id="18" name="CD_33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6000" dirty="0"/>
          </a:p>
        </p:txBody>
      </p:sp>
      <p:sp>
        <p:nvSpPr>
          <p:cNvPr id="19" name="CD_32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6000" dirty="0"/>
          </a:p>
        </p:txBody>
      </p:sp>
      <p:sp>
        <p:nvSpPr>
          <p:cNvPr id="20" name="CD_31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6000" dirty="0"/>
          </a:p>
        </p:txBody>
      </p:sp>
      <p:sp>
        <p:nvSpPr>
          <p:cNvPr id="21" name="CD_30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6000" dirty="0"/>
          </a:p>
        </p:txBody>
      </p:sp>
      <p:sp>
        <p:nvSpPr>
          <p:cNvPr id="22" name="CD_29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6000" dirty="0"/>
          </a:p>
        </p:txBody>
      </p:sp>
      <p:sp>
        <p:nvSpPr>
          <p:cNvPr id="23" name="CD_28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6000" dirty="0"/>
          </a:p>
        </p:txBody>
      </p:sp>
      <p:sp>
        <p:nvSpPr>
          <p:cNvPr id="24" name="CD_27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6000" dirty="0"/>
          </a:p>
        </p:txBody>
      </p:sp>
      <p:sp>
        <p:nvSpPr>
          <p:cNvPr id="25" name="CD_26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6000" dirty="0"/>
          </a:p>
        </p:txBody>
      </p:sp>
      <p:sp>
        <p:nvSpPr>
          <p:cNvPr id="26" name="CD_25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6000" dirty="0"/>
          </a:p>
        </p:txBody>
      </p:sp>
      <p:sp>
        <p:nvSpPr>
          <p:cNvPr id="27" name="CD_24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6000" dirty="0"/>
          </a:p>
        </p:txBody>
      </p:sp>
      <p:sp>
        <p:nvSpPr>
          <p:cNvPr id="28" name="CD_23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6000" dirty="0"/>
          </a:p>
        </p:txBody>
      </p:sp>
      <p:sp>
        <p:nvSpPr>
          <p:cNvPr id="29" name="CD_22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6000" dirty="0"/>
          </a:p>
        </p:txBody>
      </p:sp>
      <p:sp>
        <p:nvSpPr>
          <p:cNvPr id="30" name="CD_21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6000" dirty="0"/>
          </a:p>
        </p:txBody>
      </p:sp>
      <p:sp>
        <p:nvSpPr>
          <p:cNvPr id="31" name="CD_20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6000" dirty="0"/>
          </a:p>
        </p:txBody>
      </p:sp>
      <p:sp>
        <p:nvSpPr>
          <p:cNvPr id="32" name="CD_19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6000" dirty="0"/>
          </a:p>
        </p:txBody>
      </p:sp>
      <p:sp>
        <p:nvSpPr>
          <p:cNvPr id="33" name="CD_18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6000" dirty="0"/>
          </a:p>
        </p:txBody>
      </p:sp>
      <p:sp>
        <p:nvSpPr>
          <p:cNvPr id="34" name="CD_17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6000" dirty="0"/>
          </a:p>
        </p:txBody>
      </p:sp>
      <p:sp>
        <p:nvSpPr>
          <p:cNvPr id="35" name="CD_16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6000" dirty="0"/>
          </a:p>
        </p:txBody>
      </p:sp>
      <p:sp>
        <p:nvSpPr>
          <p:cNvPr id="36" name="CD_15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6000" dirty="0"/>
          </a:p>
        </p:txBody>
      </p:sp>
      <p:sp>
        <p:nvSpPr>
          <p:cNvPr id="37" name="CD_14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6000" dirty="0"/>
          </a:p>
        </p:txBody>
      </p:sp>
      <p:sp>
        <p:nvSpPr>
          <p:cNvPr id="38" name="CD_13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6000" dirty="0"/>
          </a:p>
        </p:txBody>
      </p:sp>
      <p:sp>
        <p:nvSpPr>
          <p:cNvPr id="39" name="CD_12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6000" dirty="0"/>
          </a:p>
        </p:txBody>
      </p:sp>
      <p:sp>
        <p:nvSpPr>
          <p:cNvPr id="40" name="CD_11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6000" dirty="0"/>
          </a:p>
        </p:txBody>
      </p:sp>
      <p:sp>
        <p:nvSpPr>
          <p:cNvPr id="41" name="CD_10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42" name="CD_9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6000" dirty="0"/>
          </a:p>
        </p:txBody>
      </p:sp>
      <p:sp>
        <p:nvSpPr>
          <p:cNvPr id="43" name="CD_8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6000" dirty="0"/>
          </a:p>
        </p:txBody>
      </p:sp>
      <p:sp>
        <p:nvSpPr>
          <p:cNvPr id="44" name="CD_7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6000" dirty="0"/>
          </a:p>
        </p:txBody>
      </p:sp>
      <p:sp>
        <p:nvSpPr>
          <p:cNvPr id="45" name="CD_6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6000" dirty="0"/>
          </a:p>
        </p:txBody>
      </p:sp>
      <p:sp>
        <p:nvSpPr>
          <p:cNvPr id="46" name="CD_5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6000" dirty="0"/>
          </a:p>
        </p:txBody>
      </p:sp>
      <p:sp>
        <p:nvSpPr>
          <p:cNvPr id="47" name="CD_4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000" dirty="0"/>
          </a:p>
        </p:txBody>
      </p:sp>
      <p:sp>
        <p:nvSpPr>
          <p:cNvPr id="48" name="CD_3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49" name="CD_2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000" dirty="0"/>
          </a:p>
        </p:txBody>
      </p:sp>
      <p:sp>
        <p:nvSpPr>
          <p:cNvPr id="50" name="CD_1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51" name="Text 48"/>
          <p:cNvSpPr txBox="1"/>
          <p:nvPr/>
        </p:nvSpPr>
        <p:spPr>
          <a:xfrm>
            <a:off x="4114800" y="24688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4114800" y="2880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7</a:t>
            </a:r>
            <a:endParaRPr lang="en-US" sz="1500" dirty="0"/>
          </a:p>
        </p:txBody>
      </p:sp>
      <p:sp>
        <p:nvSpPr>
          <p:cNvPr id="53" name="Text 50"/>
          <p:cNvSpPr txBox="1"/>
          <p:nvPr/>
        </p:nvSpPr>
        <p:spPr>
          <a:xfrm>
            <a:off x="4114800" y="32004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54" name="Text 51"/>
          <p:cNvSpPr txBox="1"/>
          <p:nvPr/>
        </p:nvSpPr>
        <p:spPr>
          <a:xfrm>
            <a:off x="4114800" y="3840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55" name="Image 1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56" name="Image 2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240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00"/>
                            </p:stCondLst>
                            <p:childTnLst>
                              <p:par>
                                <p:cTn id="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0"/>
                            </p:stCondLst>
                            <p:childTnLst>
                              <p:par>
                                <p:cTn id="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000"/>
                            </p:stCondLst>
                            <p:childTnLst>
                              <p:par>
                                <p:cTn id="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0"/>
                            </p:stCondLst>
                            <p:childTnLst>
                              <p:par>
                                <p:cTn id="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000"/>
                            </p:stCondLst>
                            <p:childTnLst>
                              <p:par>
                                <p:cTn id="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7000"/>
                            </p:stCondLst>
                            <p:childTnLst>
                              <p:par>
                                <p:cTn id="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0"/>
                            </p:stCondLst>
                            <p:childTnLst>
                              <p:par>
                                <p:cTn id="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9000"/>
                            </p:stCondLst>
                            <p:childTnLst>
                              <p:par>
                                <p:cTn id="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0"/>
                            </p:stCondLst>
                            <p:childTnLst>
                              <p:par>
                                <p:cTn id="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1000"/>
                            </p:stCondLst>
                            <p:childTnLst>
                              <p:par>
                                <p:cTn id="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2000"/>
                            </p:stCondLst>
                            <p:childTnLst>
                              <p:par>
                                <p:cTn id="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3000"/>
                            </p:stCondLst>
                            <p:childTnLst>
                              <p:par>
                                <p:cTn id="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4000"/>
                            </p:stCondLst>
                            <p:childTnLst>
                              <p:par>
                                <p:cTn id="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5000"/>
                            </p:stCondLst>
                            <p:childTnLst>
                              <p:par>
                                <p:cTn id="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6000"/>
                            </p:stCondLst>
                            <p:childTnLst>
                              <p:par>
                                <p:cTn id="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17000"/>
                            </p:stCondLst>
                            <p:childTnLst>
                              <p:par>
                                <p:cTn id="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8000"/>
                            </p:stCondLst>
                            <p:childTnLst>
                              <p:par>
                                <p:cTn id="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19000"/>
                            </p:stCondLst>
                            <p:childTnLst>
                              <p:par>
                                <p:cTn id="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0000"/>
                            </p:stCondLst>
                            <p:childTnLst>
                              <p:par>
                                <p:cTn id="1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21000"/>
                            </p:stCondLst>
                            <p:childTnLst>
                              <p:par>
                                <p:cTn id="1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22000"/>
                            </p:stCondLst>
                            <p:childTnLst>
                              <p:par>
                                <p:cTn id="1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23000"/>
                            </p:stCondLst>
                            <p:childTnLst>
                              <p:par>
                                <p:cTn id="1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24000"/>
                            </p:stCondLst>
                            <p:childTnLst>
                              <p:par>
                                <p:cTn id="1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25000"/>
                            </p:stCondLst>
                            <p:childTnLst>
                              <p:par>
                                <p:cTn id="1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26000"/>
                            </p:stCondLst>
                            <p:childTnLst>
                              <p:par>
                                <p:cTn id="1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27000"/>
                            </p:stCondLst>
                            <p:childTnLst>
                              <p:par>
                                <p:cTn id="1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28000"/>
                            </p:stCondLst>
                            <p:childTnLst>
                              <p:par>
                                <p:cTn id="1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29000"/>
                            </p:stCondLst>
                            <p:childTnLst>
                              <p:par>
                                <p:cTn id="1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30000"/>
                            </p:stCondLst>
                            <p:childTnLst>
                              <p:par>
                                <p:cTn id="1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31000"/>
                            </p:stCondLst>
                            <p:childTnLst>
                              <p:par>
                                <p:cTn id="1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32000"/>
                            </p:stCondLst>
                            <p:childTnLst>
                              <p:par>
                                <p:cTn id="1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33000"/>
                            </p:stCondLst>
                            <p:childTnLst>
                              <p:par>
                                <p:cTn id="1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34000"/>
                            </p:stCondLst>
                            <p:childTnLst>
                              <p:par>
                                <p:cTn id="1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35000"/>
                            </p:stCondLst>
                            <p:childTnLst>
                              <p:par>
                                <p:cTn id="1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" fill="hold">
                            <p:stCondLst>
                              <p:cond delay="36000"/>
                            </p:stCondLst>
                            <p:childTnLst>
                              <p:par>
                                <p:cTn id="1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" fill="hold">
                            <p:stCondLst>
                              <p:cond delay="37000"/>
                            </p:stCondLst>
                            <p:childTnLst>
                              <p:par>
                                <p:cTn id="1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2" fill="hold">
                            <p:stCondLst>
                              <p:cond delay="38000"/>
                            </p:stCondLst>
                            <p:childTnLst>
                              <p:par>
                                <p:cTn id="1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39000"/>
                            </p:stCondLst>
                            <p:childTnLst>
                              <p:par>
                                <p:cTn id="1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2" fill="hold">
                            <p:stCondLst>
                              <p:cond delay="40000"/>
                            </p:stCondLst>
                            <p:childTnLst>
                              <p:par>
                                <p:cTn id="2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41000"/>
                            </p:stCondLst>
                            <p:childTnLst>
                              <p:par>
                                <p:cTn id="2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2" fill="hold">
                            <p:stCondLst>
                              <p:cond delay="42000"/>
                            </p:stCondLst>
                            <p:childTnLst>
                              <p:par>
                                <p:cTn id="2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7" fill="hold">
                            <p:stCondLst>
                              <p:cond delay="43000"/>
                            </p:stCondLst>
                            <p:childTnLst>
                              <p:par>
                                <p:cTn id="2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2" fill="hold">
                            <p:stCondLst>
                              <p:cond delay="44000"/>
                            </p:stCondLst>
                            <p:childTnLst>
                              <p:par>
                                <p:cTn id="2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/>
      <p:bldP spid="49" grpId="0"/>
      <p:bldP spid="48" grpId="0"/>
      <p:bldP spid="47" grpId="0"/>
      <p:bldP spid="46" grpId="0"/>
      <p:bldP spid="45" grpId="0"/>
      <p:bldP spid="44" grpId="0"/>
      <p:bldP spid="43" grpId="0"/>
      <p:bldP spid="42" grpId="0"/>
      <p:bldP spid="41" grpId="0"/>
      <p:bldP spid="40" grpId="0"/>
      <p:bldP spid="39" grpId="0"/>
      <p:bldP spid="38" grpId="0"/>
      <p:bldP spid="37" grpId="0"/>
      <p:bldP spid="36" grpId="0"/>
      <p:bldP spid="35" grpId="0"/>
      <p:bldP spid="34" grpId="0"/>
      <p:bldP spid="33" grpId="0"/>
      <p:bldP spid="32" grpId="0"/>
      <p:bldP spid="31" grpId="0"/>
      <p:bldP spid="30" grpId="0"/>
      <p:bldP spid="29" grpId="0"/>
      <p:bldP spid="28" grpId="0"/>
      <p:bldP spid="27" grpId="0"/>
      <p:bldP spid="26" grpId="0"/>
      <p:bldP spid="25" grpId="0"/>
      <p:bldP spid="24" grpId="0"/>
      <p:bldP spid="23" grpId="0"/>
      <p:bldP spid="22" grpId="0"/>
      <p:bldP spid="21" grpId="0"/>
      <p:bldP spid="20" grpId="0"/>
      <p:bldP spid="19" grpId="0"/>
      <p:bldP spid="18" grpId="0"/>
      <p:bldP spid="17" grpId="0"/>
      <p:bldP spid="16" grpId="0"/>
      <p:bldP spid="15" grpId="0"/>
      <p:bldP spid="14" grpId="0"/>
      <p:bldP spid="13" grpId="0"/>
      <p:bldP spid="12" grpId="0"/>
      <p:bldP spid="11" grpId="0"/>
      <p:bldP spid="10" grpId="0"/>
      <p:bldP spid="9" grpId="0"/>
      <p:bldP spid="8" grpId="0"/>
      <p:bldP spid="7" grpId="0"/>
      <p:bldP spid="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834640" cy="35204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7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368" y="1005840"/>
            <a:ext cx="2615184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840480" y="10515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7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840480" y="14630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840480" y="1874520"/>
            <a:ext cx="4846320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Царькова Анастасия Вячеславовна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3840480" y="36118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1920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8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368" y="841248"/>
            <a:ext cx="3072384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23560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6" name="CD_45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6000" dirty="0"/>
          </a:p>
        </p:txBody>
      </p:sp>
      <p:sp>
        <p:nvSpPr>
          <p:cNvPr id="7" name="CD_44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6000" dirty="0"/>
          </a:p>
        </p:txBody>
      </p:sp>
      <p:sp>
        <p:nvSpPr>
          <p:cNvPr id="8" name="CD_43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6000" dirty="0"/>
          </a:p>
        </p:txBody>
      </p:sp>
      <p:sp>
        <p:nvSpPr>
          <p:cNvPr id="9" name="CD_42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6000" dirty="0"/>
          </a:p>
        </p:txBody>
      </p:sp>
      <p:sp>
        <p:nvSpPr>
          <p:cNvPr id="10" name="CD_41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6000" dirty="0"/>
          </a:p>
        </p:txBody>
      </p:sp>
      <p:sp>
        <p:nvSpPr>
          <p:cNvPr id="11" name="CD_40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6000" dirty="0"/>
          </a:p>
        </p:txBody>
      </p:sp>
      <p:sp>
        <p:nvSpPr>
          <p:cNvPr id="12" name="CD_39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6000" dirty="0"/>
          </a:p>
        </p:txBody>
      </p:sp>
      <p:sp>
        <p:nvSpPr>
          <p:cNvPr id="13" name="CD_38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6000" dirty="0"/>
          </a:p>
        </p:txBody>
      </p:sp>
      <p:sp>
        <p:nvSpPr>
          <p:cNvPr id="14" name="CD_37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6000" dirty="0"/>
          </a:p>
        </p:txBody>
      </p:sp>
      <p:sp>
        <p:nvSpPr>
          <p:cNvPr id="15" name="CD_36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6000" dirty="0"/>
          </a:p>
        </p:txBody>
      </p:sp>
      <p:sp>
        <p:nvSpPr>
          <p:cNvPr id="16" name="CD_35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6000" dirty="0"/>
          </a:p>
        </p:txBody>
      </p:sp>
      <p:sp>
        <p:nvSpPr>
          <p:cNvPr id="17" name="CD_34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6000" dirty="0"/>
          </a:p>
        </p:txBody>
      </p:sp>
      <p:sp>
        <p:nvSpPr>
          <p:cNvPr id="18" name="CD_33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6000" dirty="0"/>
          </a:p>
        </p:txBody>
      </p:sp>
      <p:sp>
        <p:nvSpPr>
          <p:cNvPr id="19" name="CD_32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6000" dirty="0"/>
          </a:p>
        </p:txBody>
      </p:sp>
      <p:sp>
        <p:nvSpPr>
          <p:cNvPr id="20" name="CD_31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6000" dirty="0"/>
          </a:p>
        </p:txBody>
      </p:sp>
      <p:sp>
        <p:nvSpPr>
          <p:cNvPr id="21" name="CD_30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6000" dirty="0"/>
          </a:p>
        </p:txBody>
      </p:sp>
      <p:sp>
        <p:nvSpPr>
          <p:cNvPr id="22" name="CD_29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6000" dirty="0"/>
          </a:p>
        </p:txBody>
      </p:sp>
      <p:sp>
        <p:nvSpPr>
          <p:cNvPr id="23" name="CD_28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6000" dirty="0"/>
          </a:p>
        </p:txBody>
      </p:sp>
      <p:sp>
        <p:nvSpPr>
          <p:cNvPr id="24" name="CD_27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6000" dirty="0"/>
          </a:p>
        </p:txBody>
      </p:sp>
      <p:sp>
        <p:nvSpPr>
          <p:cNvPr id="25" name="CD_26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6000" dirty="0"/>
          </a:p>
        </p:txBody>
      </p:sp>
      <p:sp>
        <p:nvSpPr>
          <p:cNvPr id="26" name="CD_25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6000" dirty="0"/>
          </a:p>
        </p:txBody>
      </p:sp>
      <p:sp>
        <p:nvSpPr>
          <p:cNvPr id="27" name="CD_24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6000" dirty="0"/>
          </a:p>
        </p:txBody>
      </p:sp>
      <p:sp>
        <p:nvSpPr>
          <p:cNvPr id="28" name="CD_23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6000" dirty="0"/>
          </a:p>
        </p:txBody>
      </p:sp>
      <p:sp>
        <p:nvSpPr>
          <p:cNvPr id="29" name="CD_22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6000" dirty="0"/>
          </a:p>
        </p:txBody>
      </p:sp>
      <p:sp>
        <p:nvSpPr>
          <p:cNvPr id="30" name="CD_21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6000" dirty="0"/>
          </a:p>
        </p:txBody>
      </p:sp>
      <p:sp>
        <p:nvSpPr>
          <p:cNvPr id="31" name="CD_20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6000" dirty="0"/>
          </a:p>
        </p:txBody>
      </p:sp>
      <p:sp>
        <p:nvSpPr>
          <p:cNvPr id="32" name="CD_19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6000" dirty="0"/>
          </a:p>
        </p:txBody>
      </p:sp>
      <p:sp>
        <p:nvSpPr>
          <p:cNvPr id="33" name="CD_18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6000" dirty="0"/>
          </a:p>
        </p:txBody>
      </p:sp>
      <p:sp>
        <p:nvSpPr>
          <p:cNvPr id="34" name="CD_17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6000" dirty="0"/>
          </a:p>
        </p:txBody>
      </p:sp>
      <p:sp>
        <p:nvSpPr>
          <p:cNvPr id="35" name="CD_16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6000" dirty="0"/>
          </a:p>
        </p:txBody>
      </p:sp>
      <p:sp>
        <p:nvSpPr>
          <p:cNvPr id="36" name="CD_15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6000" dirty="0"/>
          </a:p>
        </p:txBody>
      </p:sp>
      <p:sp>
        <p:nvSpPr>
          <p:cNvPr id="37" name="CD_14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6000" dirty="0"/>
          </a:p>
        </p:txBody>
      </p:sp>
      <p:sp>
        <p:nvSpPr>
          <p:cNvPr id="38" name="CD_13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6000" dirty="0"/>
          </a:p>
        </p:txBody>
      </p:sp>
      <p:sp>
        <p:nvSpPr>
          <p:cNvPr id="39" name="CD_12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6000" dirty="0"/>
          </a:p>
        </p:txBody>
      </p:sp>
      <p:sp>
        <p:nvSpPr>
          <p:cNvPr id="40" name="CD_11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6000" dirty="0"/>
          </a:p>
        </p:txBody>
      </p:sp>
      <p:sp>
        <p:nvSpPr>
          <p:cNvPr id="41" name="CD_10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42" name="CD_9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6000" dirty="0"/>
          </a:p>
        </p:txBody>
      </p:sp>
      <p:sp>
        <p:nvSpPr>
          <p:cNvPr id="43" name="CD_8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6000" dirty="0"/>
          </a:p>
        </p:txBody>
      </p:sp>
      <p:sp>
        <p:nvSpPr>
          <p:cNvPr id="44" name="CD_7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6000" dirty="0"/>
          </a:p>
        </p:txBody>
      </p:sp>
      <p:sp>
        <p:nvSpPr>
          <p:cNvPr id="45" name="CD_6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6000" dirty="0"/>
          </a:p>
        </p:txBody>
      </p:sp>
      <p:sp>
        <p:nvSpPr>
          <p:cNvPr id="46" name="CD_5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6000" dirty="0"/>
          </a:p>
        </p:txBody>
      </p:sp>
      <p:sp>
        <p:nvSpPr>
          <p:cNvPr id="47" name="CD_4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000" dirty="0"/>
          </a:p>
        </p:txBody>
      </p:sp>
      <p:sp>
        <p:nvSpPr>
          <p:cNvPr id="48" name="CD_3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49" name="CD_2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000" dirty="0"/>
          </a:p>
        </p:txBody>
      </p:sp>
      <p:sp>
        <p:nvSpPr>
          <p:cNvPr id="50" name="CD_1"/>
          <p:cNvSpPr txBox="1"/>
          <p:nvPr/>
        </p:nvSpPr>
        <p:spPr>
          <a:xfrm>
            <a:off x="562356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51" name="Text 48"/>
          <p:cNvSpPr txBox="1"/>
          <p:nvPr/>
        </p:nvSpPr>
        <p:spPr>
          <a:xfrm>
            <a:off x="4114800" y="24688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4114800" y="2880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8</a:t>
            </a:r>
            <a:endParaRPr lang="en-US" sz="1500" dirty="0"/>
          </a:p>
        </p:txBody>
      </p:sp>
      <p:sp>
        <p:nvSpPr>
          <p:cNvPr id="53" name="Text 50"/>
          <p:cNvSpPr txBox="1"/>
          <p:nvPr/>
        </p:nvSpPr>
        <p:spPr>
          <a:xfrm>
            <a:off x="4114800" y="32004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54" name="Text 51"/>
          <p:cNvSpPr txBox="1"/>
          <p:nvPr/>
        </p:nvSpPr>
        <p:spPr>
          <a:xfrm>
            <a:off x="4114800" y="3840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55" name="Image 1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56" name="Image 2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240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00"/>
                            </p:stCondLst>
                            <p:childTnLst>
                              <p:par>
                                <p:cTn id="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0"/>
                            </p:stCondLst>
                            <p:childTnLst>
                              <p:par>
                                <p:cTn id="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000"/>
                            </p:stCondLst>
                            <p:childTnLst>
                              <p:par>
                                <p:cTn id="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0"/>
                            </p:stCondLst>
                            <p:childTnLst>
                              <p:par>
                                <p:cTn id="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000"/>
                            </p:stCondLst>
                            <p:childTnLst>
                              <p:par>
                                <p:cTn id="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7000"/>
                            </p:stCondLst>
                            <p:childTnLst>
                              <p:par>
                                <p:cTn id="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0"/>
                            </p:stCondLst>
                            <p:childTnLst>
                              <p:par>
                                <p:cTn id="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9000"/>
                            </p:stCondLst>
                            <p:childTnLst>
                              <p:par>
                                <p:cTn id="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0"/>
                            </p:stCondLst>
                            <p:childTnLst>
                              <p:par>
                                <p:cTn id="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1000"/>
                            </p:stCondLst>
                            <p:childTnLst>
                              <p:par>
                                <p:cTn id="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2000"/>
                            </p:stCondLst>
                            <p:childTnLst>
                              <p:par>
                                <p:cTn id="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3000"/>
                            </p:stCondLst>
                            <p:childTnLst>
                              <p:par>
                                <p:cTn id="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4000"/>
                            </p:stCondLst>
                            <p:childTnLst>
                              <p:par>
                                <p:cTn id="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5000"/>
                            </p:stCondLst>
                            <p:childTnLst>
                              <p:par>
                                <p:cTn id="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6000"/>
                            </p:stCondLst>
                            <p:childTnLst>
                              <p:par>
                                <p:cTn id="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17000"/>
                            </p:stCondLst>
                            <p:childTnLst>
                              <p:par>
                                <p:cTn id="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8000"/>
                            </p:stCondLst>
                            <p:childTnLst>
                              <p:par>
                                <p:cTn id="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19000"/>
                            </p:stCondLst>
                            <p:childTnLst>
                              <p:par>
                                <p:cTn id="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0000"/>
                            </p:stCondLst>
                            <p:childTnLst>
                              <p:par>
                                <p:cTn id="1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21000"/>
                            </p:stCondLst>
                            <p:childTnLst>
                              <p:par>
                                <p:cTn id="1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22000"/>
                            </p:stCondLst>
                            <p:childTnLst>
                              <p:par>
                                <p:cTn id="1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23000"/>
                            </p:stCondLst>
                            <p:childTnLst>
                              <p:par>
                                <p:cTn id="1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24000"/>
                            </p:stCondLst>
                            <p:childTnLst>
                              <p:par>
                                <p:cTn id="1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25000"/>
                            </p:stCondLst>
                            <p:childTnLst>
                              <p:par>
                                <p:cTn id="1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26000"/>
                            </p:stCondLst>
                            <p:childTnLst>
                              <p:par>
                                <p:cTn id="1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27000"/>
                            </p:stCondLst>
                            <p:childTnLst>
                              <p:par>
                                <p:cTn id="1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28000"/>
                            </p:stCondLst>
                            <p:childTnLst>
                              <p:par>
                                <p:cTn id="1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29000"/>
                            </p:stCondLst>
                            <p:childTnLst>
                              <p:par>
                                <p:cTn id="1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30000"/>
                            </p:stCondLst>
                            <p:childTnLst>
                              <p:par>
                                <p:cTn id="1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31000"/>
                            </p:stCondLst>
                            <p:childTnLst>
                              <p:par>
                                <p:cTn id="1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32000"/>
                            </p:stCondLst>
                            <p:childTnLst>
                              <p:par>
                                <p:cTn id="1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33000"/>
                            </p:stCondLst>
                            <p:childTnLst>
                              <p:par>
                                <p:cTn id="1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34000"/>
                            </p:stCondLst>
                            <p:childTnLst>
                              <p:par>
                                <p:cTn id="1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35000"/>
                            </p:stCondLst>
                            <p:childTnLst>
                              <p:par>
                                <p:cTn id="1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" fill="hold">
                            <p:stCondLst>
                              <p:cond delay="36000"/>
                            </p:stCondLst>
                            <p:childTnLst>
                              <p:par>
                                <p:cTn id="1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" fill="hold">
                            <p:stCondLst>
                              <p:cond delay="37000"/>
                            </p:stCondLst>
                            <p:childTnLst>
                              <p:par>
                                <p:cTn id="1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2" fill="hold">
                            <p:stCondLst>
                              <p:cond delay="38000"/>
                            </p:stCondLst>
                            <p:childTnLst>
                              <p:par>
                                <p:cTn id="1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39000"/>
                            </p:stCondLst>
                            <p:childTnLst>
                              <p:par>
                                <p:cTn id="1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2" fill="hold">
                            <p:stCondLst>
                              <p:cond delay="40000"/>
                            </p:stCondLst>
                            <p:childTnLst>
                              <p:par>
                                <p:cTn id="2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41000"/>
                            </p:stCondLst>
                            <p:childTnLst>
                              <p:par>
                                <p:cTn id="2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2" fill="hold">
                            <p:stCondLst>
                              <p:cond delay="42000"/>
                            </p:stCondLst>
                            <p:childTnLst>
                              <p:par>
                                <p:cTn id="2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7" fill="hold">
                            <p:stCondLst>
                              <p:cond delay="43000"/>
                            </p:stCondLst>
                            <p:childTnLst>
                              <p:par>
                                <p:cTn id="2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2" fill="hold">
                            <p:stCondLst>
                              <p:cond delay="44000"/>
                            </p:stCondLst>
                            <p:childTnLst>
                              <p:par>
                                <p:cTn id="2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/>
      <p:bldP spid="49" grpId="0"/>
      <p:bldP spid="48" grpId="0"/>
      <p:bldP spid="47" grpId="0"/>
      <p:bldP spid="46" grpId="0"/>
      <p:bldP spid="45" grpId="0"/>
      <p:bldP spid="44" grpId="0"/>
      <p:bldP spid="43" grpId="0"/>
      <p:bldP spid="42" grpId="0"/>
      <p:bldP spid="41" grpId="0"/>
      <p:bldP spid="40" grpId="0"/>
      <p:bldP spid="39" grpId="0"/>
      <p:bldP spid="38" grpId="0"/>
      <p:bldP spid="37" grpId="0"/>
      <p:bldP spid="36" grpId="0"/>
      <p:bldP spid="35" grpId="0"/>
      <p:bldP spid="34" grpId="0"/>
      <p:bldP spid="33" grpId="0"/>
      <p:bldP spid="32" grpId="0"/>
      <p:bldP spid="31" grpId="0"/>
      <p:bldP spid="30" grpId="0"/>
      <p:bldP spid="29" grpId="0"/>
      <p:bldP spid="28" grpId="0"/>
      <p:bldP spid="27" grpId="0"/>
      <p:bldP spid="26" grpId="0"/>
      <p:bldP spid="25" grpId="0"/>
      <p:bldP spid="24" grpId="0"/>
      <p:bldP spid="23" grpId="0"/>
      <p:bldP spid="22" grpId="0"/>
      <p:bldP spid="21" grpId="0"/>
      <p:bldP spid="20" grpId="0"/>
      <p:bldP spid="19" grpId="0"/>
      <p:bldP spid="18" grpId="0"/>
      <p:bldP spid="17" grpId="0"/>
      <p:bldP spid="16" grpId="0"/>
      <p:bldP spid="15" grpId="0"/>
      <p:bldP spid="14" grpId="0"/>
      <p:bldP spid="13" grpId="0"/>
      <p:bldP spid="12" grpId="0"/>
      <p:bldP spid="11" grpId="0"/>
      <p:bldP spid="10" grpId="0"/>
      <p:bldP spid="9" grpId="0"/>
      <p:bldP spid="8" grpId="0"/>
      <p:bldP spid="7" grpId="0"/>
      <p:bldP spid="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834640" cy="35204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8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368" y="1005840"/>
            <a:ext cx="2615184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840480" y="10515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8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840480" y="14630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840480" y="1874520"/>
            <a:ext cx="4846320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Захарова Ирина Алексеевна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3840480" y="36118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1920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fores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fl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22960" y="160020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5" name="Text 1"/>
          <p:cNvSpPr txBox="1"/>
          <p:nvPr/>
        </p:nvSpPr>
        <p:spPr>
          <a:xfrm>
            <a:off x="822960" y="160020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274320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2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2743200" y="1691640"/>
            <a:ext cx="5943600" cy="118872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Блиц-опрос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2743200" y="3017520"/>
            <a:ext cx="56692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Быстрые вопросы — быстрые ответы. Отвечает команда, первой поднявшая руку. Правильный ответ появляется на экране по щелчку.</a:t>
            </a:r>
            <a:endParaRPr lang="en-US" sz="1600" dirty="0"/>
          </a:p>
        </p:txBody>
      </p:sp>
      <p:pic>
        <p:nvPicPr>
          <p:cNvPr id="9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3840480"/>
            <a:ext cx="1005840" cy="1005840"/>
          </a:xfrm>
          <a:prstGeom prst="rect">
            <a:avLst/>
          </a:prstGeom>
        </p:spPr>
      </p:pic>
      <p:pic>
        <p:nvPicPr>
          <p:cNvPr id="10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393192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2 · ВОПРОСЫ 1–5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Блиц-опрос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371600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453896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658368" y="1453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188720" y="137160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Какого числа отмечают День учителя?</a:t>
            </a:r>
            <a:endParaRPr lang="en-US" sz="1600" dirty="0"/>
          </a:p>
        </p:txBody>
      </p:sp>
      <p:sp>
        <p:nvSpPr>
          <p:cNvPr id="10" name="BADGE_1"/>
          <p:cNvSpPr txBox="1"/>
          <p:nvPr/>
        </p:nvSpPr>
        <p:spPr>
          <a:xfrm>
            <a:off x="5623560" y="1463040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1" name="ANS_1"/>
          <p:cNvSpPr txBox="1"/>
          <p:nvPr/>
        </p:nvSpPr>
        <p:spPr>
          <a:xfrm>
            <a:off x="6062472" y="13716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октября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48640" y="2029968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8368" y="2112264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58368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188720" y="202996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расшифровывается ГПД?</a:t>
            </a:r>
            <a:endParaRPr lang="en-US" sz="1600" dirty="0"/>
          </a:p>
        </p:txBody>
      </p:sp>
      <p:sp>
        <p:nvSpPr>
          <p:cNvPr id="16" name="BADGE_2"/>
          <p:cNvSpPr txBox="1"/>
          <p:nvPr/>
        </p:nvSpPr>
        <p:spPr>
          <a:xfrm>
            <a:off x="5623560" y="2121408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7" name="ANS_2"/>
          <p:cNvSpPr txBox="1"/>
          <p:nvPr/>
        </p:nvSpPr>
        <p:spPr>
          <a:xfrm>
            <a:off x="6062472" y="20299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 продлённого дня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548640" y="2688336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58368" y="2770632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658368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188720" y="268833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минут длится обычный урок?</a:t>
            </a:r>
            <a:endParaRPr lang="en-US" sz="1600" dirty="0"/>
          </a:p>
        </p:txBody>
      </p:sp>
      <p:sp>
        <p:nvSpPr>
          <p:cNvPr id="22" name="BADGE_3"/>
          <p:cNvSpPr txBox="1"/>
          <p:nvPr/>
        </p:nvSpPr>
        <p:spPr>
          <a:xfrm>
            <a:off x="5623560" y="2779776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3" name="ANS_3"/>
          <p:cNvSpPr txBox="1"/>
          <p:nvPr/>
        </p:nvSpPr>
        <p:spPr>
          <a:xfrm>
            <a:off x="6062472" y="268833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минут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548640" y="3346704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58368" y="3429000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658368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188720" y="334670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называется перерыв между уроками?</a:t>
            </a:r>
            <a:endParaRPr lang="en-US" sz="1600" dirty="0"/>
          </a:p>
        </p:txBody>
      </p:sp>
      <p:sp>
        <p:nvSpPr>
          <p:cNvPr id="28" name="BADGE_4"/>
          <p:cNvSpPr txBox="1"/>
          <p:nvPr/>
        </p:nvSpPr>
        <p:spPr>
          <a:xfrm>
            <a:off x="5623560" y="3438144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9" name="ANS_4"/>
          <p:cNvSpPr txBox="1"/>
          <p:nvPr/>
        </p:nvSpPr>
        <p:spPr>
          <a:xfrm>
            <a:off x="6062472" y="334670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Перемена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548640" y="4005072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658368" y="4087368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658368" y="4087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1188720" y="4005072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Какой праздник отмечают 1 сентября?</a:t>
            </a:r>
            <a:endParaRPr lang="en-US" sz="1600" dirty="0"/>
          </a:p>
        </p:txBody>
      </p:sp>
      <p:sp>
        <p:nvSpPr>
          <p:cNvPr id="34" name="BADGE_5"/>
          <p:cNvSpPr txBox="1"/>
          <p:nvPr/>
        </p:nvSpPr>
        <p:spPr>
          <a:xfrm>
            <a:off x="5623560" y="4096512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35" name="ANS_5"/>
          <p:cNvSpPr txBox="1"/>
          <p:nvPr/>
        </p:nvSpPr>
        <p:spPr>
          <a:xfrm>
            <a:off x="6062472" y="400507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 знаний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  <p:bldP spid="35" grpId="0"/>
      <p:bldP spid="10" grpId="0" animBg="1"/>
      <p:bldP spid="16" grpId="0" animBg="1"/>
      <p:bldP spid="22" grpId="0" animBg="1"/>
      <p:bldP spid="28" grpId="0" animBg="1"/>
      <p:bldP spid="3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2 · ВОПРОСЫ 6–10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Блиц-опрос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371600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453896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658368" y="1453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188720" y="137160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Куда ученик записывает домашнее задание?</a:t>
            </a:r>
            <a:endParaRPr lang="en-US" sz="1600" dirty="0"/>
          </a:p>
        </p:txBody>
      </p:sp>
      <p:sp>
        <p:nvSpPr>
          <p:cNvPr id="10" name="BADGE_1"/>
          <p:cNvSpPr txBox="1"/>
          <p:nvPr/>
        </p:nvSpPr>
        <p:spPr>
          <a:xfrm>
            <a:off x="5623560" y="1463040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1" name="ANS_1"/>
          <p:cNvSpPr txBox="1"/>
          <p:nvPr/>
        </p:nvSpPr>
        <p:spPr>
          <a:xfrm>
            <a:off x="6062472" y="13716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дневник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48640" y="2029968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8368" y="2112264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58368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188720" y="202996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дней в учебной неделе при пятидневке?</a:t>
            </a:r>
            <a:endParaRPr lang="en-US" sz="1600" dirty="0"/>
          </a:p>
        </p:txBody>
      </p:sp>
      <p:sp>
        <p:nvSpPr>
          <p:cNvPr id="16" name="BADGE_2"/>
          <p:cNvSpPr txBox="1"/>
          <p:nvPr/>
        </p:nvSpPr>
        <p:spPr>
          <a:xfrm>
            <a:off x="5623560" y="2121408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7" name="ANS_2"/>
          <p:cNvSpPr txBox="1"/>
          <p:nvPr/>
        </p:nvSpPr>
        <p:spPr>
          <a:xfrm>
            <a:off x="6062472" y="20299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548640" y="2688336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58368" y="2770632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658368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188720" y="268833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называется главный документ класса с отметками?</a:t>
            </a:r>
            <a:endParaRPr lang="en-US" sz="1600" dirty="0"/>
          </a:p>
        </p:txBody>
      </p:sp>
      <p:sp>
        <p:nvSpPr>
          <p:cNvPr id="22" name="BADGE_3"/>
          <p:cNvSpPr txBox="1"/>
          <p:nvPr/>
        </p:nvSpPr>
        <p:spPr>
          <a:xfrm>
            <a:off x="5623560" y="2779776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3" name="ANS_3"/>
          <p:cNvSpPr txBox="1"/>
          <p:nvPr/>
        </p:nvSpPr>
        <p:spPr>
          <a:xfrm>
            <a:off x="6062472" y="268833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Классный журнал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548640" y="3346704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58368" y="3429000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658368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188720" y="334670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Какое время года открывает учебный год?</a:t>
            </a:r>
            <a:endParaRPr lang="en-US" sz="1600" dirty="0"/>
          </a:p>
        </p:txBody>
      </p:sp>
      <p:sp>
        <p:nvSpPr>
          <p:cNvPr id="28" name="BADGE_4"/>
          <p:cNvSpPr txBox="1"/>
          <p:nvPr/>
        </p:nvSpPr>
        <p:spPr>
          <a:xfrm>
            <a:off x="5623560" y="3438144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9" name="ANS_4"/>
          <p:cNvSpPr txBox="1"/>
          <p:nvPr/>
        </p:nvSpPr>
        <p:spPr>
          <a:xfrm>
            <a:off x="6062472" y="334670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Осень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548640" y="4005072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658368" y="4087368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658368" y="4087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1188720" y="4005072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в школе «и швец, и жнец, и на дуде игрец»?</a:t>
            </a:r>
            <a:endParaRPr lang="en-US" sz="1600" dirty="0"/>
          </a:p>
        </p:txBody>
      </p:sp>
      <p:sp>
        <p:nvSpPr>
          <p:cNvPr id="34" name="BADGE_5"/>
          <p:cNvSpPr txBox="1"/>
          <p:nvPr/>
        </p:nvSpPr>
        <p:spPr>
          <a:xfrm>
            <a:off x="5623560" y="4096512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35" name="ANS_5"/>
          <p:cNvSpPr txBox="1"/>
          <p:nvPr/>
        </p:nvSpPr>
        <p:spPr>
          <a:xfrm>
            <a:off x="6062472" y="400507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Конечно, воспитатель!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  <p:bldP spid="35" grpId="0"/>
      <p:bldP spid="10" grpId="0" animBg="1"/>
      <p:bldP spid="16" grpId="0" animBg="1"/>
      <p:bldP spid="22" grpId="0" animBg="1"/>
      <p:bldP spid="28" grpId="0" animBg="1"/>
      <p:bldP spid="3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fores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fl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22960" y="160020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5" name="Text 1"/>
          <p:cNvSpPr txBox="1"/>
          <p:nvPr/>
        </p:nvSpPr>
        <p:spPr>
          <a:xfrm>
            <a:off x="822960" y="160020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274320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3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2743200" y="1691640"/>
            <a:ext cx="5943600" cy="118872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Закончи пословицу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2743200" y="3017520"/>
            <a:ext cx="56692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Ведущий читает начало народной мудрости — команда договаривает конец. Пословицы про ученье, труд и детей. Ответ появится по щелчку.</a:t>
            </a:r>
            <a:endParaRPr lang="en-US" sz="1600" dirty="0"/>
          </a:p>
        </p:txBody>
      </p:sp>
      <p:pic>
        <p:nvPicPr>
          <p:cNvPr id="9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3840480"/>
            <a:ext cx="1005840" cy="1005840"/>
          </a:xfrm>
          <a:prstGeom prst="rect">
            <a:avLst/>
          </a:prstGeom>
        </p:spPr>
      </p:pic>
      <p:pic>
        <p:nvPicPr>
          <p:cNvPr id="10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393192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3 · ПОСЛОВИЦЫ 1–7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Закончи пословицу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298448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348740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658368" y="13487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1188720" y="1298448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Ученье — свет, …</a:t>
            </a:r>
            <a:endParaRPr lang="en-US" sz="1450" dirty="0"/>
          </a:p>
        </p:txBody>
      </p:sp>
      <p:sp>
        <p:nvSpPr>
          <p:cNvPr id="10" name="BADGE_1"/>
          <p:cNvSpPr txBox="1"/>
          <p:nvPr/>
        </p:nvSpPr>
        <p:spPr>
          <a:xfrm>
            <a:off x="4846320" y="1348740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11" name="ANS_1"/>
          <p:cNvSpPr txBox="1"/>
          <p:nvPr/>
        </p:nvSpPr>
        <p:spPr>
          <a:xfrm>
            <a:off x="5248656" y="1298448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 неученье — тьма.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548640" y="1796796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8368" y="1847088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58368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1188720" y="1796796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труда …</a:t>
            </a:r>
            <a:endParaRPr lang="en-US" sz="1450" dirty="0"/>
          </a:p>
        </p:txBody>
      </p:sp>
      <p:sp>
        <p:nvSpPr>
          <p:cNvPr id="16" name="BADGE_2"/>
          <p:cNvSpPr txBox="1"/>
          <p:nvPr/>
        </p:nvSpPr>
        <p:spPr>
          <a:xfrm>
            <a:off x="4846320" y="1847088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17" name="ANS_2"/>
          <p:cNvSpPr txBox="1"/>
          <p:nvPr/>
        </p:nvSpPr>
        <p:spPr>
          <a:xfrm>
            <a:off x="5248656" y="1796796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вытащишь и рыбку из пруда.</a:t>
            </a:r>
            <a:endParaRPr lang="en-US" sz="1450" dirty="0"/>
          </a:p>
        </p:txBody>
      </p:sp>
      <p:sp>
        <p:nvSpPr>
          <p:cNvPr id="18" name="Shape 14"/>
          <p:cNvSpPr/>
          <p:nvPr/>
        </p:nvSpPr>
        <p:spPr>
          <a:xfrm>
            <a:off x="548640" y="2295144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58368" y="2345436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658368" y="23454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1188720" y="2295144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Повторенье — …</a:t>
            </a:r>
            <a:endParaRPr lang="en-US" sz="1450" dirty="0"/>
          </a:p>
        </p:txBody>
      </p:sp>
      <p:sp>
        <p:nvSpPr>
          <p:cNvPr id="22" name="BADGE_3"/>
          <p:cNvSpPr txBox="1"/>
          <p:nvPr/>
        </p:nvSpPr>
        <p:spPr>
          <a:xfrm>
            <a:off x="4846320" y="2345436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23" name="ANS_3"/>
          <p:cNvSpPr txBox="1"/>
          <p:nvPr/>
        </p:nvSpPr>
        <p:spPr>
          <a:xfrm>
            <a:off x="5248656" y="2295144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мать ученья.</a:t>
            </a:r>
            <a:endParaRPr lang="en-US" sz="1450" dirty="0"/>
          </a:p>
        </p:txBody>
      </p:sp>
      <p:sp>
        <p:nvSpPr>
          <p:cNvPr id="24" name="Shape 20"/>
          <p:cNvSpPr/>
          <p:nvPr/>
        </p:nvSpPr>
        <p:spPr>
          <a:xfrm>
            <a:off x="548640" y="2793492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58368" y="2843784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658368" y="2843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1188720" y="2793492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Терпенье и труд …</a:t>
            </a:r>
            <a:endParaRPr lang="en-US" sz="1450" dirty="0"/>
          </a:p>
        </p:txBody>
      </p:sp>
      <p:sp>
        <p:nvSpPr>
          <p:cNvPr id="28" name="BADGE_4"/>
          <p:cNvSpPr txBox="1"/>
          <p:nvPr/>
        </p:nvSpPr>
        <p:spPr>
          <a:xfrm>
            <a:off x="4846320" y="2843784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29" name="ANS_4"/>
          <p:cNvSpPr txBox="1"/>
          <p:nvPr/>
        </p:nvSpPr>
        <p:spPr>
          <a:xfrm>
            <a:off x="5248656" y="2793492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всё перетрут.</a:t>
            </a:r>
            <a:endParaRPr lang="en-US" sz="1450" dirty="0"/>
          </a:p>
        </p:txBody>
      </p:sp>
      <p:sp>
        <p:nvSpPr>
          <p:cNvPr id="30" name="Shape 26"/>
          <p:cNvSpPr/>
          <p:nvPr/>
        </p:nvSpPr>
        <p:spPr>
          <a:xfrm>
            <a:off x="548640" y="3291840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658368" y="3342132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658368" y="33421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1188720" y="3291840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 живи — …</a:t>
            </a:r>
            <a:endParaRPr lang="en-US" sz="1450" dirty="0"/>
          </a:p>
        </p:txBody>
      </p:sp>
      <p:sp>
        <p:nvSpPr>
          <p:cNvPr id="34" name="BADGE_5"/>
          <p:cNvSpPr txBox="1"/>
          <p:nvPr/>
        </p:nvSpPr>
        <p:spPr>
          <a:xfrm>
            <a:off x="4846320" y="3342132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35" name="ANS_5"/>
          <p:cNvSpPr txBox="1"/>
          <p:nvPr/>
        </p:nvSpPr>
        <p:spPr>
          <a:xfrm>
            <a:off x="5248656" y="329184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 учись.</a:t>
            </a:r>
            <a:endParaRPr lang="en-US" sz="1450" dirty="0"/>
          </a:p>
        </p:txBody>
      </p:sp>
      <p:sp>
        <p:nvSpPr>
          <p:cNvPr id="36" name="Shape 32"/>
          <p:cNvSpPr/>
          <p:nvPr/>
        </p:nvSpPr>
        <p:spPr>
          <a:xfrm>
            <a:off x="548640" y="3790188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658368" y="3840480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8" name="Text 34"/>
          <p:cNvSpPr txBox="1"/>
          <p:nvPr/>
        </p:nvSpPr>
        <p:spPr>
          <a:xfrm>
            <a:off x="658368" y="3840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1188720" y="3790188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Грамоте учиться — …</a:t>
            </a:r>
            <a:endParaRPr lang="en-US" sz="1450" dirty="0"/>
          </a:p>
        </p:txBody>
      </p:sp>
      <p:sp>
        <p:nvSpPr>
          <p:cNvPr id="40" name="BADGE_6"/>
          <p:cNvSpPr txBox="1"/>
          <p:nvPr/>
        </p:nvSpPr>
        <p:spPr>
          <a:xfrm>
            <a:off x="4846320" y="3840480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41" name="ANS_6"/>
          <p:cNvSpPr txBox="1"/>
          <p:nvPr/>
        </p:nvSpPr>
        <p:spPr>
          <a:xfrm>
            <a:off x="5248656" y="3790188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всегда пригодится.</a:t>
            </a:r>
            <a:endParaRPr lang="en-US" sz="1450" dirty="0"/>
          </a:p>
        </p:txBody>
      </p:sp>
      <p:sp>
        <p:nvSpPr>
          <p:cNvPr id="42" name="Shape 38"/>
          <p:cNvSpPr/>
          <p:nvPr/>
        </p:nvSpPr>
        <p:spPr>
          <a:xfrm>
            <a:off x="548640" y="4288536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43" name="Shape 39"/>
          <p:cNvSpPr/>
          <p:nvPr/>
        </p:nvSpPr>
        <p:spPr>
          <a:xfrm>
            <a:off x="658368" y="4338828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44" name="Text 40"/>
          <p:cNvSpPr txBox="1"/>
          <p:nvPr/>
        </p:nvSpPr>
        <p:spPr>
          <a:xfrm>
            <a:off x="658368" y="43388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45" name="Text 41"/>
          <p:cNvSpPr txBox="1"/>
          <p:nvPr/>
        </p:nvSpPr>
        <p:spPr>
          <a:xfrm>
            <a:off x="1188720" y="4288536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посеешь, …</a:t>
            </a:r>
            <a:endParaRPr lang="en-US" sz="1450" dirty="0"/>
          </a:p>
        </p:txBody>
      </p:sp>
      <p:sp>
        <p:nvSpPr>
          <p:cNvPr id="46" name="BADGE_7"/>
          <p:cNvSpPr txBox="1"/>
          <p:nvPr/>
        </p:nvSpPr>
        <p:spPr>
          <a:xfrm>
            <a:off x="4846320" y="4338828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47" name="ANS_7"/>
          <p:cNvSpPr txBox="1"/>
          <p:nvPr/>
        </p:nvSpPr>
        <p:spPr>
          <a:xfrm>
            <a:off x="5248656" y="4288536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 и пожнёшь.</a:t>
            </a:r>
            <a:endParaRPr lang="en-US" sz="1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  <p:bldP spid="35" grpId="0"/>
      <p:bldP spid="41" grpId="0"/>
      <p:bldP spid="47" grpId="0"/>
      <p:bldP spid="10" grpId="0" animBg="1"/>
      <p:bldP spid="16" grpId="0" animBg="1"/>
      <p:bldP spid="22" grpId="0" animBg="1"/>
      <p:bldP spid="28" grpId="0" animBg="1"/>
      <p:bldP spid="34" grpId="0" animBg="1"/>
      <p:bldP spid="40" grpId="0" animBg="1"/>
      <p:bldP spid="4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3 · ПОСЛОВИЦЫ 8–14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Закончи пословицу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298448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348740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658368" y="13487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1188720" y="1298448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стыдно не знать, …</a:t>
            </a:r>
            <a:endParaRPr lang="en-US" sz="1450" dirty="0"/>
          </a:p>
        </p:txBody>
      </p:sp>
      <p:sp>
        <p:nvSpPr>
          <p:cNvPr id="10" name="BADGE_1"/>
          <p:cNvSpPr txBox="1"/>
          <p:nvPr/>
        </p:nvSpPr>
        <p:spPr>
          <a:xfrm>
            <a:off x="4846320" y="1348740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11" name="ANS_1"/>
          <p:cNvSpPr txBox="1"/>
          <p:nvPr/>
        </p:nvSpPr>
        <p:spPr>
          <a:xfrm>
            <a:off x="5248656" y="1298448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стыдно не учиться.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548640" y="1796796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8368" y="1847088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58368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1188720" y="1796796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Корень ученья горек, …</a:t>
            </a:r>
            <a:endParaRPr lang="en-US" sz="1450" dirty="0"/>
          </a:p>
        </p:txBody>
      </p:sp>
      <p:sp>
        <p:nvSpPr>
          <p:cNvPr id="16" name="BADGE_2"/>
          <p:cNvSpPr txBox="1"/>
          <p:nvPr/>
        </p:nvSpPr>
        <p:spPr>
          <a:xfrm>
            <a:off x="4846320" y="1847088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17" name="ANS_2"/>
          <p:cNvSpPr txBox="1"/>
          <p:nvPr/>
        </p:nvSpPr>
        <p:spPr>
          <a:xfrm>
            <a:off x="5248656" y="1796796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 плод его сладок.</a:t>
            </a:r>
            <a:endParaRPr lang="en-US" sz="1450" dirty="0"/>
          </a:p>
        </p:txBody>
      </p:sp>
      <p:sp>
        <p:nvSpPr>
          <p:cNvPr id="18" name="Shape 14"/>
          <p:cNvSpPr/>
          <p:nvPr/>
        </p:nvSpPr>
        <p:spPr>
          <a:xfrm>
            <a:off x="548640" y="2295144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58368" y="2345436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658368" y="23454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1188720" y="2295144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много читает, …</a:t>
            </a:r>
            <a:endParaRPr lang="en-US" sz="1450" dirty="0"/>
          </a:p>
        </p:txBody>
      </p:sp>
      <p:sp>
        <p:nvSpPr>
          <p:cNvPr id="22" name="BADGE_3"/>
          <p:cNvSpPr txBox="1"/>
          <p:nvPr/>
        </p:nvSpPr>
        <p:spPr>
          <a:xfrm>
            <a:off x="4846320" y="2345436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23" name="ANS_3"/>
          <p:cNvSpPr txBox="1"/>
          <p:nvPr/>
        </p:nvSpPr>
        <p:spPr>
          <a:xfrm>
            <a:off x="5248656" y="2295144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тот много знает.</a:t>
            </a:r>
            <a:endParaRPr lang="en-US" sz="1450" dirty="0"/>
          </a:p>
        </p:txBody>
      </p:sp>
      <p:sp>
        <p:nvSpPr>
          <p:cNvPr id="24" name="Shape 20"/>
          <p:cNvSpPr/>
          <p:nvPr/>
        </p:nvSpPr>
        <p:spPr>
          <a:xfrm>
            <a:off x="548640" y="2793492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58368" y="2843784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658368" y="2843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1188720" y="2793492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Делу время, …</a:t>
            </a:r>
            <a:endParaRPr lang="en-US" sz="1450" dirty="0"/>
          </a:p>
        </p:txBody>
      </p:sp>
      <p:sp>
        <p:nvSpPr>
          <p:cNvPr id="28" name="BADGE_4"/>
          <p:cNvSpPr txBox="1"/>
          <p:nvPr/>
        </p:nvSpPr>
        <p:spPr>
          <a:xfrm>
            <a:off x="4846320" y="2843784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29" name="ANS_4"/>
          <p:cNvSpPr txBox="1"/>
          <p:nvPr/>
        </p:nvSpPr>
        <p:spPr>
          <a:xfrm>
            <a:off x="5248656" y="2793492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потехе час.</a:t>
            </a:r>
            <a:endParaRPr lang="en-US" sz="1450" dirty="0"/>
          </a:p>
        </p:txBody>
      </p:sp>
      <p:sp>
        <p:nvSpPr>
          <p:cNvPr id="30" name="Shape 26"/>
          <p:cNvSpPr/>
          <p:nvPr/>
        </p:nvSpPr>
        <p:spPr>
          <a:xfrm>
            <a:off x="548640" y="3291840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658368" y="3342132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658368" y="33421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1188720" y="3291840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Сделал дело — …</a:t>
            </a:r>
            <a:endParaRPr lang="en-US" sz="1450" dirty="0"/>
          </a:p>
        </p:txBody>
      </p:sp>
      <p:sp>
        <p:nvSpPr>
          <p:cNvPr id="34" name="BADGE_5"/>
          <p:cNvSpPr txBox="1"/>
          <p:nvPr/>
        </p:nvSpPr>
        <p:spPr>
          <a:xfrm>
            <a:off x="4846320" y="3342132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35" name="ANS_5"/>
          <p:cNvSpPr txBox="1"/>
          <p:nvPr/>
        </p:nvSpPr>
        <p:spPr>
          <a:xfrm>
            <a:off x="5248656" y="329184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гуляй смело.</a:t>
            </a:r>
            <a:endParaRPr lang="en-US" sz="1450" dirty="0"/>
          </a:p>
        </p:txBody>
      </p:sp>
      <p:sp>
        <p:nvSpPr>
          <p:cNvPr id="36" name="Shape 32"/>
          <p:cNvSpPr/>
          <p:nvPr/>
        </p:nvSpPr>
        <p:spPr>
          <a:xfrm>
            <a:off x="548640" y="3790188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658368" y="3840480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8" name="Text 34"/>
          <p:cNvSpPr txBox="1"/>
          <p:nvPr/>
        </p:nvSpPr>
        <p:spPr>
          <a:xfrm>
            <a:off x="658368" y="3840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1188720" y="3790188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Семь раз отмерь — …</a:t>
            </a:r>
            <a:endParaRPr lang="en-US" sz="1450" dirty="0"/>
          </a:p>
        </p:txBody>
      </p:sp>
      <p:sp>
        <p:nvSpPr>
          <p:cNvPr id="40" name="BADGE_6"/>
          <p:cNvSpPr txBox="1"/>
          <p:nvPr/>
        </p:nvSpPr>
        <p:spPr>
          <a:xfrm>
            <a:off x="4846320" y="3840480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41" name="ANS_6"/>
          <p:cNvSpPr txBox="1"/>
          <p:nvPr/>
        </p:nvSpPr>
        <p:spPr>
          <a:xfrm>
            <a:off x="5248656" y="3790188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раз отрежь.</a:t>
            </a:r>
            <a:endParaRPr lang="en-US" sz="1450" dirty="0"/>
          </a:p>
        </p:txBody>
      </p:sp>
      <p:sp>
        <p:nvSpPr>
          <p:cNvPr id="42" name="Shape 38"/>
          <p:cNvSpPr/>
          <p:nvPr/>
        </p:nvSpPr>
        <p:spPr>
          <a:xfrm>
            <a:off x="548640" y="4288536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43" name="Shape 39"/>
          <p:cNvSpPr/>
          <p:nvPr/>
        </p:nvSpPr>
        <p:spPr>
          <a:xfrm>
            <a:off x="658368" y="4338828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44" name="Text 40"/>
          <p:cNvSpPr txBox="1"/>
          <p:nvPr/>
        </p:nvSpPr>
        <p:spPr>
          <a:xfrm>
            <a:off x="658368" y="43388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200" dirty="0"/>
          </a:p>
        </p:txBody>
      </p:sp>
      <p:sp>
        <p:nvSpPr>
          <p:cNvPr id="45" name="Text 41"/>
          <p:cNvSpPr txBox="1"/>
          <p:nvPr/>
        </p:nvSpPr>
        <p:spPr>
          <a:xfrm>
            <a:off x="1188720" y="4288536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Яблоко от яблони …</a:t>
            </a:r>
            <a:endParaRPr lang="en-US" sz="1450" dirty="0"/>
          </a:p>
        </p:txBody>
      </p:sp>
      <p:sp>
        <p:nvSpPr>
          <p:cNvPr id="46" name="BADGE_7"/>
          <p:cNvSpPr txBox="1"/>
          <p:nvPr/>
        </p:nvSpPr>
        <p:spPr>
          <a:xfrm>
            <a:off x="4846320" y="4338828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47" name="ANS_7"/>
          <p:cNvSpPr txBox="1"/>
          <p:nvPr/>
        </p:nvSpPr>
        <p:spPr>
          <a:xfrm>
            <a:off x="5248656" y="4288536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недалеко падает.</a:t>
            </a:r>
            <a:endParaRPr lang="en-US" sz="1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  <p:bldP spid="35" grpId="0"/>
      <p:bldP spid="41" grpId="0"/>
      <p:bldP spid="47" grpId="0"/>
      <p:bldP spid="10" grpId="0" animBg="1"/>
      <p:bldP spid="16" grpId="0" animBg="1"/>
      <p:bldP spid="22" grpId="0" animBg="1"/>
      <p:bldP spid="28" grpId="0" animBg="1"/>
      <p:bldP spid="34" grpId="0" animBg="1"/>
      <p:bldP spid="40" grpId="0" animBg="1"/>
      <p:bldP spid="4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fores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fl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22960" y="160020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5" name="Text 1"/>
          <p:cNvSpPr txBox="1"/>
          <p:nvPr/>
        </p:nvSpPr>
        <p:spPr>
          <a:xfrm>
            <a:off x="822960" y="160020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274320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4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2743200" y="1691640"/>
            <a:ext cx="5943600" cy="118872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Продолжи песню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2743200" y="3017520"/>
            <a:ext cx="56692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Ведущий читает строчку из знакомой песни — команда поёт продолжение. Хором, громко и обязательно с душой! Проверяем по щелчку.</a:t>
            </a:r>
            <a:endParaRPr lang="en-US" sz="1600" dirty="0"/>
          </a:p>
        </p:txBody>
      </p:sp>
      <p:pic>
        <p:nvPicPr>
          <p:cNvPr id="9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3840480"/>
            <a:ext cx="1005840" cy="1005840"/>
          </a:xfrm>
          <a:prstGeom prst="rect">
            <a:avLst/>
          </a:prstGeom>
        </p:spPr>
      </p:pic>
      <p:pic>
        <p:nvPicPr>
          <p:cNvPr id="10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393192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4 · ПЕСНИ 1–4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Продолжи песню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325880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499616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8" name="Image 2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835" y="1580083"/>
            <a:ext cx="241402" cy="241402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188720" y="1325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«Буквы разные писать тонким пёрышком в тетрадь…»</a:t>
            </a:r>
            <a:endParaRPr lang="en-US" sz="1400" dirty="0"/>
          </a:p>
        </p:txBody>
      </p:sp>
      <p:sp>
        <p:nvSpPr>
          <p:cNvPr id="10" name="BADGE_1"/>
          <p:cNvSpPr txBox="1"/>
          <p:nvPr/>
        </p:nvSpPr>
        <p:spPr>
          <a:xfrm>
            <a:off x="4617720" y="1508760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1" name="ANS_1"/>
          <p:cNvSpPr txBox="1"/>
          <p:nvPr/>
        </p:nvSpPr>
        <p:spPr>
          <a:xfrm>
            <a:off x="5074920" y="1325880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…учат в школе, учат в школе, учат в школе!»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548640" y="2167128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58368" y="2340864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14" name="Image 3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835" y="2421331"/>
            <a:ext cx="241402" cy="24140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188720" y="2167128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«От улыбки хмурый день светлей…»</a:t>
            </a:r>
            <a:endParaRPr lang="en-US" sz="1400" dirty="0"/>
          </a:p>
        </p:txBody>
      </p:sp>
      <p:sp>
        <p:nvSpPr>
          <p:cNvPr id="16" name="BADGE_2"/>
          <p:cNvSpPr txBox="1"/>
          <p:nvPr/>
        </p:nvSpPr>
        <p:spPr>
          <a:xfrm>
            <a:off x="4617720" y="2350008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7" name="ANS_2"/>
          <p:cNvSpPr txBox="1"/>
          <p:nvPr/>
        </p:nvSpPr>
        <p:spPr>
          <a:xfrm>
            <a:off x="5074920" y="2167128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…от улыбки в небе радуга проснётся»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548640" y="3008376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58368" y="3182112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20" name="Image 4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835" y="3262579"/>
            <a:ext cx="241402" cy="24140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88720" y="3008376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«Вместе весело шагать по просторам…»</a:t>
            </a:r>
            <a:endParaRPr lang="en-US" sz="1400" dirty="0"/>
          </a:p>
        </p:txBody>
      </p:sp>
      <p:sp>
        <p:nvSpPr>
          <p:cNvPr id="22" name="BADGE_3"/>
          <p:cNvSpPr txBox="1"/>
          <p:nvPr/>
        </p:nvSpPr>
        <p:spPr>
          <a:xfrm>
            <a:off x="4617720" y="3191256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3" name="ANS_3"/>
          <p:cNvSpPr txBox="1"/>
          <p:nvPr/>
        </p:nvSpPr>
        <p:spPr>
          <a:xfrm>
            <a:off x="5074920" y="3008376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…и, конечно, припевать лучше хором»</a:t>
            </a:r>
            <a:endParaRPr lang="en-US" sz="1500" dirty="0"/>
          </a:p>
        </p:txBody>
      </p:sp>
      <p:sp>
        <p:nvSpPr>
          <p:cNvPr id="24" name="Shape 17"/>
          <p:cNvSpPr/>
          <p:nvPr/>
        </p:nvSpPr>
        <p:spPr>
          <a:xfrm>
            <a:off x="548640" y="3849624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658368" y="4023360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26" name="Image 5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835" y="4103827"/>
            <a:ext cx="241402" cy="24140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188720" y="3849624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«Пусть бегут неуклюже пешеходы по лужам…»</a:t>
            </a:r>
            <a:endParaRPr lang="en-US" sz="1400" dirty="0"/>
          </a:p>
        </p:txBody>
      </p:sp>
      <p:sp>
        <p:nvSpPr>
          <p:cNvPr id="28" name="BADGE_4"/>
          <p:cNvSpPr txBox="1"/>
          <p:nvPr/>
        </p:nvSpPr>
        <p:spPr>
          <a:xfrm>
            <a:off x="4617720" y="4032504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9" name="ANS_4"/>
          <p:cNvSpPr txBox="1"/>
          <p:nvPr/>
        </p:nvSpPr>
        <p:spPr>
          <a:xfrm>
            <a:off x="5074920" y="3849624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…а вода по асфальту рекой»</a:t>
            </a:r>
            <a:endParaRPr lang="en-US" sz="1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  <p:bldP spid="10" grpId="0" animBg="1"/>
      <p:bldP spid="16" grpId="0" animBg="1"/>
      <p:bldP spid="22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4 · ПЕСНИ 5–8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Продолжи песню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325880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499616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8" name="Image 2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835" y="1580083"/>
            <a:ext cx="241402" cy="241402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188720" y="1325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«Антошка, Антошка…»</a:t>
            </a:r>
            <a:endParaRPr lang="en-US" sz="1400" dirty="0"/>
          </a:p>
        </p:txBody>
      </p:sp>
      <p:sp>
        <p:nvSpPr>
          <p:cNvPr id="10" name="BADGE_1"/>
          <p:cNvSpPr txBox="1"/>
          <p:nvPr/>
        </p:nvSpPr>
        <p:spPr>
          <a:xfrm>
            <a:off x="4617720" y="1508760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1" name="ANS_1"/>
          <p:cNvSpPr txBox="1"/>
          <p:nvPr/>
        </p:nvSpPr>
        <p:spPr>
          <a:xfrm>
            <a:off x="5074920" y="1325880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…пойдём копать картошку!»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548640" y="2167128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58368" y="2340864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14" name="Image 3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835" y="2421331"/>
            <a:ext cx="241402" cy="24140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188720" y="2167128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«Листья жёлтые над городом кружатся…»</a:t>
            </a:r>
            <a:endParaRPr lang="en-US" sz="1400" dirty="0"/>
          </a:p>
        </p:txBody>
      </p:sp>
      <p:sp>
        <p:nvSpPr>
          <p:cNvPr id="16" name="BADGE_2"/>
          <p:cNvSpPr txBox="1"/>
          <p:nvPr/>
        </p:nvSpPr>
        <p:spPr>
          <a:xfrm>
            <a:off x="4617720" y="2350008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7" name="ANS_2"/>
          <p:cNvSpPr txBox="1"/>
          <p:nvPr/>
        </p:nvSpPr>
        <p:spPr>
          <a:xfrm>
            <a:off x="5074920" y="2167128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…с тихим шорохом нам под ноги ложатся»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548640" y="3008376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58368" y="3182112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20" name="Image 4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835" y="3262579"/>
            <a:ext cx="241402" cy="24140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88720" y="3008376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«Что такое осень? Это небо…»</a:t>
            </a:r>
            <a:endParaRPr lang="en-US" sz="1400" dirty="0"/>
          </a:p>
        </p:txBody>
      </p:sp>
      <p:sp>
        <p:nvSpPr>
          <p:cNvPr id="22" name="BADGE_3"/>
          <p:cNvSpPr txBox="1"/>
          <p:nvPr/>
        </p:nvSpPr>
        <p:spPr>
          <a:xfrm>
            <a:off x="4617720" y="3191256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3" name="ANS_3"/>
          <p:cNvSpPr txBox="1"/>
          <p:nvPr/>
        </p:nvSpPr>
        <p:spPr>
          <a:xfrm>
            <a:off x="5074920" y="3008376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…плачущее небо под ногами»</a:t>
            </a:r>
            <a:endParaRPr lang="en-US" sz="1500" dirty="0"/>
          </a:p>
        </p:txBody>
      </p:sp>
      <p:sp>
        <p:nvSpPr>
          <p:cNvPr id="24" name="Shape 17"/>
          <p:cNvSpPr/>
          <p:nvPr/>
        </p:nvSpPr>
        <p:spPr>
          <a:xfrm>
            <a:off x="548640" y="3849624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658368" y="4023360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26" name="Image 5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835" y="4103827"/>
            <a:ext cx="241402" cy="24140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188720" y="3849624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«Дважды два — четыре, дважды два — четыре…»</a:t>
            </a:r>
            <a:endParaRPr lang="en-US" sz="1400" dirty="0"/>
          </a:p>
        </p:txBody>
      </p:sp>
      <p:sp>
        <p:nvSpPr>
          <p:cNvPr id="28" name="BADGE_4"/>
          <p:cNvSpPr txBox="1"/>
          <p:nvPr/>
        </p:nvSpPr>
        <p:spPr>
          <a:xfrm>
            <a:off x="4617720" y="4032504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9" name="ANS_4"/>
          <p:cNvSpPr txBox="1"/>
          <p:nvPr/>
        </p:nvSpPr>
        <p:spPr>
          <a:xfrm>
            <a:off x="5074920" y="3849624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…это всем известно в целом мире»</a:t>
            </a:r>
            <a:endParaRPr lang="en-US" sz="1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  <p:bldP spid="10" grpId="0" animBg="1"/>
      <p:bldP spid="16" grpId="0" animBg="1"/>
      <p:bldP spid="22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roa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botto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274320" y="274320"/>
            <a:ext cx="8595360" cy="4594860"/>
          </a:xfrm>
          <a:prstGeom prst="rect">
            <a:avLst/>
          </a:prstGeom>
          <a:ln w="19050">
            <a:solidFill>
              <a:srgbClr val="EBB021"/>
            </a:solidFill>
            <a:prstDash val="solid"/>
          </a:ln>
        </p:spPr>
      </p:sp>
      <p:pic>
        <p:nvPicPr>
          <p:cNvPr id="5" name="Image 2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384048"/>
            <a:ext cx="1143000" cy="1143000"/>
          </a:xfrm>
          <a:prstGeom prst="rect">
            <a:avLst/>
          </a:prstGeom>
        </p:spPr>
      </p:pic>
      <p:pic>
        <p:nvPicPr>
          <p:cNvPr id="6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320040"/>
            <a:ext cx="1188720" cy="1188720"/>
          </a:xfrm>
          <a:prstGeom prst="rect">
            <a:avLst/>
          </a:prstGeom>
        </p:spPr>
      </p:pic>
      <p:pic>
        <p:nvPicPr>
          <p:cNvPr id="7" name="Image 4" descr="/tmp/claude-0/-home-user-heinrich-mario/e7688653-8e48-5480-a009-7b18c0e4f8cc/scratchpad/art/leaf_win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611880"/>
            <a:ext cx="1097280" cy="1097280"/>
          </a:xfrm>
          <a:prstGeom prst="rect">
            <a:avLst/>
          </a:prstGeom>
        </p:spPr>
      </p:pic>
      <p:pic>
        <p:nvPicPr>
          <p:cNvPr id="8" name="Image 5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3703320"/>
            <a:ext cx="1051560" cy="1051560"/>
          </a:xfrm>
          <a:prstGeom prst="rect">
            <a:avLst/>
          </a:prstGeom>
        </p:spPr>
      </p:pic>
      <p:sp>
        <p:nvSpPr>
          <p:cNvPr id="9" name="Text 1"/>
          <p:cNvSpPr txBox="1"/>
          <p:nvPr/>
        </p:nvSpPr>
        <p:spPr>
          <a:xfrm>
            <a:off x="914400" y="1325880"/>
            <a:ext cx="7315200" cy="137160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spc="1000" kern="0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ФИНАЛ</a:t>
            </a:r>
            <a:endParaRPr lang="en-US" sz="8000" dirty="0"/>
          </a:p>
        </p:txBody>
      </p:sp>
      <p:sp>
        <p:nvSpPr>
          <p:cNvPr id="10" name="Text 2"/>
          <p:cNvSpPr txBox="1"/>
          <p:nvPr/>
        </p:nvSpPr>
        <p:spPr>
          <a:xfrm>
            <a:off x="1097280" y="2788920"/>
            <a:ext cx="694944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Считаем очки и награждаем победителей!</a:t>
            </a:r>
            <a:endParaRPr lang="en-US" sz="2000" dirty="0"/>
          </a:p>
        </p:txBody>
      </p:sp>
      <p:sp>
        <p:nvSpPr>
          <p:cNvPr id="11" name="Text 3"/>
          <p:cNvSpPr txBox="1"/>
          <p:nvPr/>
        </p:nvSpPr>
        <p:spPr>
          <a:xfrm>
            <a:off x="1097280" y="3291840"/>
            <a:ext cx="694944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Днём воспитателя, дорогие коллеги!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 Днём воспитателя — осенний конкурс</dc:title>
  <dc:subject>PptxGenJS Presentation</dc:subject>
  <dc:creator>PptxGenJS</dc:creator>
  <cp:lastModifiedBy>PptxGenJS</cp:lastModifiedBy>
  <cp:revision>1</cp:revision>
  <dcterms:created xsi:type="dcterms:W3CDTF">2026-09-24T18:43:09Z</dcterms:created>
  <dcterms:modified xsi:type="dcterms:W3CDTF">2026-09-24T18:43:09Z</dcterms:modified>
</cp:coreProperties>
</file>