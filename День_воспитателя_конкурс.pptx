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Открытка ко Дню воспитателя (27 сентября). Слайд-заставка перед началом конкурса.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приветствует воспитателей, объясняет правила: команды, четыре раунда, за верный ответ — 1 очко. В финале считаем 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1. Показываем 8 фото. На каждом слайде с фото идёт отсчёт 45 секунд, затем слайд сам переходит к ответу (можно и раньше — щелчком).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1 — Людмила Виолетта.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1: Людмила Виолетта.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2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2: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3 — Литвиненко Алёна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3: Литвиненко Алёна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4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4: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5 — Исупова Наталия Ростиславовна.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5: Исупова Наталия Ростиславовна.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6 — Белик Людмила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6: Белик Людмила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7 — Царькова Анастасия Вячеславовна.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7: Царькова Анастасия Вячеславовна.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8 — Захарова Ирина Алексеевна.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8: Захарова Ирина Алексеевна.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2. Десять вопросов на двух слайдах. Каждый щелчок (или стрелка) открывает ответ на очередной вопрос. Ответы также в заметках.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1) 5 октября; 2) Группа продлённого дня; 3) 45 минут; 4) Перемена; 5) День знаний.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6) В дневник; 7) Пять; 8) Классный журнал; 9) Осень; 10) Конечно, воспитатель!.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3. Четырнадцать пословиц на двух слайдах. Каждый щелчок открывает окончание очередной пословицы.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1) Ученье — свет, а неученье — тьма. 2) Без труда не вытащишь и рыбку из пруда. 3) Повторенье — мать ученья. 4) Терпенье и труд всё перетрут. 5) Век живи — век учись. 6) Грамоте учиться — всегда пригодится. 7) Что посеешь, то и пожнёшь.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8) Не стыдно не знать, стыдно не учиться. 9) Корень ученья горек, да плод его сладок. 10) Кто много читает, тот много знает. 11) Делу время, потехе час. 12) Сделал дело — гуляй смело. 13) Семь раз отмерь — один раз отрежь. 14) Яблоко от яблони недалеко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4. Восемь песен — школьных и осенних, на двух слайдах. Каждый щелчок открывает продолжение очередной песни.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1) …учат в школе, учат в школе, учат в школе!» 2) …от улыбки в небе радуга проснётся» 3) …и, конечно, припевать лучше хором» 4) …а вода по асфальту рекой»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5) …пойдём копать картошку!» 6) …с тихим шорохом нам под ноги ложатся» 7) …плачущее небо под ногами» 8) …это всем известно в целом мире»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подсчёт очков, награждение команд, поздравление.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HOTO_Q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PHOTO_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Q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841248"/>
            <a:ext cx="3072384" cy="3758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1005840"/>
            <a:ext cx="2615184" cy="33009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4.png"/><Relationship Id="rId6" Type="http://schemas.openxmlformats.org/officeDocument/2006/relationships/image" Target="../media/image-27-4.png"/><Relationship Id="rId7" Type="http://schemas.openxmlformats.org/officeDocument/2006/relationships/image" Target="../media/image-27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4.png"/><Relationship Id="rId6" Type="http://schemas.openxmlformats.org/officeDocument/2006/relationships/image" Target="../media/image-28-4.png"/><Relationship Id="rId7" Type="http://schemas.openxmlformats.org/officeDocument/2006/relationships/image" Target="../media/image-28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la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СЕНТЯБРЯ</a:t>
            </a:r>
            <a:endParaRPr lang="en-US" sz="1600" dirty="0"/>
          </a:p>
        </p:txBody>
      </p:sp>
      <p:sp>
        <p:nvSpPr>
          <p:cNvPr id="10" name="Text 2"/>
          <p:cNvSpPr txBox="1"/>
          <p:nvPr/>
        </p:nvSpPr>
        <p:spPr>
          <a:xfrm>
            <a:off x="457200" y="1737360"/>
            <a:ext cx="8229600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Днём воспитателя!</a:t>
            </a:r>
            <a:endParaRPr lang="en-US" sz="4600" dirty="0"/>
          </a:p>
        </p:txBody>
      </p:sp>
      <p:sp>
        <p:nvSpPr>
          <p:cNvPr id="11" name="Text 3"/>
          <p:cNvSpPr txBox="1"/>
          <p:nvPr/>
        </p:nvSpPr>
        <p:spPr>
          <a:xfrm>
            <a:off x="1463040" y="2880360"/>
            <a:ext cx="621792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воспитатели нашей школы! Пусть эта осень дарит вам тепло, а работа — радость, вдохновение и благодарные улыбки детей.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ves_roun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4526280" y="457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ДЛЯ ВОСПИТАТЕЛЕЙ ШКОЛЫ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26280" y="7498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Осенний марафон воспитателей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коллеги! Сегодня никто никого не проверяет: мы вспоминаем, поём и радуемся друг другу. Вас ждут четыре раунда и финал.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26280" y="256032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2628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5420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Узнай коллегу по фото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26280" y="292608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2926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90779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26280" y="329184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2628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2735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Закончи пословицу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26280" y="365760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52628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393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 песню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4023360"/>
            <a:ext cx="292608" cy="292608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2628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40050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и награждение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440740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каждый верный ответ команда получает 1 очко. Побеждает команда, набравшая к финалу больше всех очков!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Узнай коллегу по фото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— детская фотография коллеги. Кто это? Обсуждайте в командах: на ответ — 45 секунд, затем экран покажет, кто это.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632915" cy="3977640"/>
          </a:xfrm>
          <a:prstGeom prst="roundRect">
            <a:avLst>
              <a:gd name="adj" fmla="val 347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41345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9409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455875" y="2468880"/>
            <a:ext cx="523092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455875" y="288036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455875" y="3200400"/>
            <a:ext cx="523092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455875" y="384048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31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339307" cy="3520440"/>
          </a:xfrm>
          <a:prstGeom prst="roundRect">
            <a:avLst>
              <a:gd name="adj" fmla="val 390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119851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345147" y="1051560"/>
            <a:ext cx="5341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345147" y="1463040"/>
            <a:ext cx="5341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345147" y="1874520"/>
            <a:ext cx="5341653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Людмила Виолетта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45147" y="3611880"/>
            <a:ext cx="534165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587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33435" cy="3977640"/>
          </a:xfrm>
          <a:prstGeom prst="roundRect">
            <a:avLst>
              <a:gd name="adj" fmla="val 391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1397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435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156395" y="2468880"/>
            <a:ext cx="553040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156395" y="288036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156395" y="3200400"/>
            <a:ext cx="553040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156395" y="384048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783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6260" cy="352044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680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82100" y="1051560"/>
            <a:ext cx="56047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82100" y="1463040"/>
            <a:ext cx="5604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82100" y="1874520"/>
            <a:ext cx="560470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82100" y="3611880"/>
            <a:ext cx="56047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5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00098" cy="3977640"/>
          </a:xfrm>
          <a:prstGeom prst="roundRect">
            <a:avLst>
              <a:gd name="adj" fmla="val 315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680642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27689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723058" y="2468880"/>
            <a:ext cx="49637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723058" y="288036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723058" y="3200400"/>
            <a:ext cx="4963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723058" y="384048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4498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573986" cy="3520440"/>
          </a:xfrm>
          <a:prstGeom prst="roundRect">
            <a:avLst>
              <a:gd name="adj" fmla="val 355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354530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579826" y="1051560"/>
            <a:ext cx="51069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579826" y="1463040"/>
            <a:ext cx="51069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79826" y="1874520"/>
            <a:ext cx="5106974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Литвиненко Алёна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579826" y="3611880"/>
            <a:ext cx="51069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1266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56230" cy="3977640"/>
          </a:xfrm>
          <a:prstGeom prst="roundRect">
            <a:avLst>
              <a:gd name="adj" fmla="val 331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3677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55755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579190" y="2468880"/>
            <a:ext cx="5107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579190" y="288036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579190" y="3200400"/>
            <a:ext cx="51076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579190" y="384048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63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47620" cy="3520440"/>
          </a:xfrm>
          <a:prstGeom prst="roundRect">
            <a:avLst>
              <a:gd name="adj" fmla="val 373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2816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53460" y="1051560"/>
            <a:ext cx="5233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53460" y="1463040"/>
            <a:ext cx="523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53460" y="1874520"/>
            <a:ext cx="523334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53460" y="3611880"/>
            <a:ext cx="5233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90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27562" cy="3977640"/>
          </a:xfrm>
          <a:prstGeom prst="roundRect">
            <a:avLst>
              <a:gd name="adj" fmla="val 392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08106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1421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150522" y="2468880"/>
            <a:ext cx="55362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150522" y="288036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150522" y="3200400"/>
            <a:ext cx="55362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150522" y="384048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1962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1102" cy="3520440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1646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76942" y="1051560"/>
            <a:ext cx="5609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76942" y="1463040"/>
            <a:ext cx="5609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76942" y="1874520"/>
            <a:ext cx="5609858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Исупова Наталия Ростиславовна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76942" y="3611880"/>
            <a:ext cx="5609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382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76167"/>
            <a:ext cx="4754880" cy="3688347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985895"/>
            <a:ext cx="4535424" cy="34688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5577840" y="2468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55778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557784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5577840" y="3840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091908"/>
            <a:ext cx="4023360" cy="3128848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1636"/>
            <a:ext cx="3803904" cy="29093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1874520"/>
            <a:ext cx="365760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Белик Людмила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3611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82655" cy="397764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6319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6896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605615" y="2468880"/>
            <a:ext cx="50811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605615" y="288036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605615" y="3200400"/>
            <a:ext cx="50811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605615" y="384048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05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70830" cy="3520440"/>
          </a:xfrm>
          <a:prstGeom prst="roundRect">
            <a:avLst>
              <a:gd name="adj" fmla="val 3701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5137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76670" y="1051560"/>
            <a:ext cx="52101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76670" y="1463040"/>
            <a:ext cx="52101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76670" y="1874520"/>
            <a:ext cx="521013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Царькова Анастасия Вячеславовна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76670" y="3611880"/>
            <a:ext cx="52101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11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70564" cy="3977640"/>
          </a:xfrm>
          <a:prstGeom prst="roundRect">
            <a:avLst>
              <a:gd name="adj" fmla="val 30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751108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62922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793524" y="2468880"/>
            <a:ext cx="48932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793524" y="288036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793524" y="3200400"/>
            <a:ext cx="4893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793524" y="384048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4964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635879" cy="352044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416423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41719" y="1051560"/>
            <a:ext cx="50450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41719" y="1463040"/>
            <a:ext cx="5045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641719" y="1874520"/>
            <a:ext cx="504508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Захарова Ирина Алексеевна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641719" y="3611880"/>
            <a:ext cx="50450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59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Быстрые вопросы — быстрые ответы. Отвечает команда, первой поднявшая руку. Правильный ответ появляется на экране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1–5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числа отмечают День учителя?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октября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расшифровывается ГПД?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продлённого дня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минут длится обычный урок?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минут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перерыв между уроками?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Перемена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праздник отмечают 1 сентября?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знаний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6–10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ученик записывает домашнее задание?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дневник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в учебной неделе при пятидневке?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главный документ класса с отметками?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журнал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время года открывает учебный год?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школе «и швец, и жнец, и на дуде игрец»?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Конечно, воспитатель!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начало народной мудрости — команда договаривает конец. Пословицы про ученье, труд и детей. Ответ появится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1–7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Ученье — свет,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неученье — тьма.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труда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вытащишь и рыбку из пруда.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Повторенье —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мать ученья.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Терпенье и труд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перетрут.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живи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учись.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Грамоте учиться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пригодится.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посеешь,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и пожнёшь.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8–14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стыдно не знать,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стыдно не учиться.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Корень ученья горек,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плод его сладок.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много читает,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много знает.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Делу время,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потехе час.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дело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гуляй смело.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раз отмерь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раз отрежь.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Яблоко от яблони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недалеко падает.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строчку из знакомой песни — команда поёт продолжение. Хором, громко и обязательно с душой! Проверяем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1–4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«Буквы разные писать тонким пёрышком в тетрадь…»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…учат в школе, учат в школе, учат в школе!»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 улыбки хмурый день светлей…»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…от улыбки в небе радуга проснётся»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«Вместе весело шагать по просторам…»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…и, конечно, припевать лучше хором»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«Пусть бегут неуклюже пешеходы по лужам…»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 вода по асфальту рекой»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5–8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«Антошка, Антошка…»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…пойдём копать картошку!»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«Листья жёлтые над городом кружатся…»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…с тихим шорохом нам под ноги ложатся»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такое осень? Это небо…»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…плачущее небо под ногами»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«Дважды два — четыре, дважды два — четыре…»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…это всем известно в целом мире»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ro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ФИНАЛ</a:t>
            </a:r>
            <a:endParaRPr lang="en-US" sz="8000" dirty="0"/>
          </a:p>
        </p:txBody>
      </p:sp>
      <p:sp>
        <p:nvSpPr>
          <p:cNvPr id="10" name="Text 2"/>
          <p:cNvSpPr txBox="1"/>
          <p:nvPr/>
        </p:nvSpPr>
        <p:spPr>
          <a:xfrm>
            <a:off x="1097280" y="278892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очки и награждаем победителей!</a:t>
            </a:r>
            <a:endParaRPr lang="en-US" sz="2000" dirty="0"/>
          </a:p>
        </p:txBody>
      </p:sp>
      <p:sp>
        <p:nvSpPr>
          <p:cNvPr id="11" name="Text 3"/>
          <p:cNvSpPr txBox="1"/>
          <p:nvPr/>
        </p:nvSpPr>
        <p:spPr>
          <a:xfrm>
            <a:off x="1097280" y="329184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Днём воспитателя, дорогие коллеги!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 Днём воспитателя — осенний конкурс</dc:title>
  <dc:subject>PptxGenJS Presentation</dc:subject>
  <dc:creator>PptxGenJS</dc:creator>
  <cp:lastModifiedBy>PptxGenJS</cp:lastModifiedBy>
  <cp:revision>1</cp:revision>
  <dcterms:created xsi:type="dcterms:W3CDTF">2026-09-24T18:52:01Z</dcterms:created>
  <dcterms:modified xsi:type="dcterms:W3CDTF">2026-09-24T18:52:01Z</dcterms:modified>
</cp:coreProperties>
</file>