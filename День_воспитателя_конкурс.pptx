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e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Король Жанна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Король Жанна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27 сентября;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всех участников,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gif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gif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gif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gif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gif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gif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gif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gif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14167" b="1416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31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Воспитатели в теме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874520"/>
            <a:ext cx="4160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624328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6243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60604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718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718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535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319272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300984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66744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66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48456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14216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14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3995928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38912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409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35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7689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5755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Король Жанна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1421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967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6" name="TIMER_GIF" descr="/tmp/claude-0/-home-user-heinrich-mario/e7688653-8e48-5480-a009-7b18c0e4f8cc/scratchpad/art/countdown.gif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922" y="868680"/>
            <a:ext cx="1554480" cy="1554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11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12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отмечается День воспитателя?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сентября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7977" b="7977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7845" b="7845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всех!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Воспитатели в теме — конкурс ко Дню воспитателя</dc:title>
  <dc:subject>PptxGenJS Presentation</dc:subject>
  <dc:creator>PptxGenJS</dc:creator>
  <cp:lastModifiedBy>PptxGenJS</cp:lastModifiedBy>
  <cp:revision>1</cp:revision>
  <dcterms:created xsi:type="dcterms:W3CDTF">2026-09-24T19:32:55Z</dcterms:created>
  <dcterms:modified xsi:type="dcterms:W3CDTF">2026-09-24T19:32:55Z</dcterms:modified>
</cp:coreProperties>
</file>