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Открытка ко Дню воспитателя (27 сентября). Слайд-заставка перед началом конкурса.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Ведущий приветствует воспитателей, объясняет правила: команды, четыре раунда, за верный ответ — осенний лист (жетон). В финале считаем листья.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Раунд 1. Показываем 7 фото, после каждого — слайд с ответом.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Фото № 1. В режиме редактирования щёлкните по значку в рамке и вставьте фотографию коллеги (лучше детскую или необычную). Ответ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к фото № 1. Замените «Фамилия Имя Отчество» и «воспитатель · класс или группа» на данные коллеги. При желании вставьте в рамку ту же фотографию.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Фото № 2. В режиме редактирования щёлкните по значку в рамке и вставьте фотографию коллеги (лучше детскую или необычную). Ответ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к фото № 2. Замените «Фамилия Имя Отчество» и «воспитатель · класс или группа» на данные коллеги. При желании вставьте в рамку ту же фотографию.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Фото № 3. В режиме редактирования щёлкните по значку в рамке и вставьте фотографию коллеги (лучше детскую или необычную). Ответ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к фото № 3. Замените «Фамилия Имя Отчество» и «воспитатель · класс или группа» на данные коллеги. При желании вставьте в рамку ту же фотографию.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Фото № 4. В режиме редактирования щёлкните по значку в рамке и вставьте фотографию коллеги (лучше детскую или необычную). Ответ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к фото № 4. Замените «Фамилия Имя Отчество» и «воспитатель · класс или группа» на данные коллеги. При желании вставьте в рамку ту же фотографию.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Фото № 5. В режиме редактирования щёлкните по значку в рамке и вставьте фотографию коллеги (лучше детскую или необычную). Ответ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к фото № 5. Замените «Фамилия Имя Отчество» и «воспитатель · класс или группа» на данные коллеги. При желании вставьте в рамку ту же фотографию.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Фото № 6. В режиме редактирования щёлкните по значку в рамке и вставьте фотографию коллеги (лучше детскую или необычную). Ответ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к фото № 6. Замените «Фамилия Имя Отчество» и «воспитатель · класс или группа» на данные коллеги. При желании вставьте в рамку ту же фотографию.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Фото № 7. В режиме редактирования щёлкните по значку в рамке и вставьте фотографию коллеги (лучше детскую или необычную). Ответ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к фото № 7. Замените «Фамилия Имя Отчество» и «воспитатель · класс или группа» на данные коллеги. При желании вставьте в рамку ту же фотографию.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Раунд 2. Десять вопросов на двух слайдах, после каждого — слайд с ответами. Ответы также в заметках.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Ответы: 1) 27 сентября; 2) Группа продлённого дня; 3) 45 минут; 4) Перемена; 5) День знаний.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Ответы: 6) В дневник; 7) Пять; 8) Классный журнал; 9) Осень; 10) Конечно, воспитатель!.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Раунд 3. Восемь пословиц. Ответы на следующем слайде и в заметках.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Ответы: 1) Ученье — свет, а неученье — тьма. 2) Без труда не вытащишь и рыбку из пруда. 3) Повторенье — мать ученья. 4) Терпенье и труд всё перетрут. 5) Век живи — век учись. 6) Грамоте учиться — всегда пригодится. 7) Что посеешь, то и пожнёшь. 8) Не стыдно не знать, стыдно не учиться.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Раунд 4. Восемь песен — школьных и осенних. Продолжения на следующем слайде и в заметках.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Продолжения: 1) …учат в школе, учат в школе, учат в школе!» 2) …от улыбки в небе радуга проснётся» 3) …и, конечно, припевать лучше хором» 4) …а вода по асфальту рекой» 5) …пойдём копать картошку!» 6) …с тихим шорохом нам под ноги ложатся» 7) …плачущее небо под ногами» 8) …это всем известно в целом мире»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Финал: подсчёт осенних листьев, награждение команд, поздравление.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HOTO_Q-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PHOTO_A-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HOTO_Q">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type="pic" idx="100" hasCustomPrompt="1"/>
          </p:nvPr>
        </p:nvSpPr>
        <p:spPr>
          <a:xfrm>
            <a:off x="694944" y="877824"/>
            <a:ext cx="4279392" cy="36850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Щёлкните значок, чтобы вставить фото коллеги</a:t>
            </a: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type="pic" idx="100" hasCustomPrompt="1"/>
          </p:nvPr>
        </p:nvSpPr>
        <p:spPr>
          <a:xfrm>
            <a:off x="676656" y="1024128"/>
            <a:ext cx="3127248" cy="3255264"/>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Щёлкните значок, чтобы вставить фото коллеги</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4.png"/><Relationship Id="rId6" Type="http://schemas.openxmlformats.org/officeDocument/2006/relationships/image" Target="../media/image-27-4.png"/><Relationship Id="rId7" Type="http://schemas.openxmlformats.org/officeDocument/2006/relationships/image" Target="../media/image-27-4.png"/><Relationship Id="rId8" Type="http://schemas.openxmlformats.org/officeDocument/2006/relationships/image" Target="../media/image-27-4.png"/><Relationship Id="rId9" Type="http://schemas.openxmlformats.org/officeDocument/2006/relationships/image" Target="../media/image-27-4.png"/><Relationship Id="rId10" Type="http://schemas.openxmlformats.org/officeDocument/2006/relationships/image" Target="../media/image-27-4.png"/><Relationship Id="rId11" Type="http://schemas.openxmlformats.org/officeDocument/2006/relationships/image" Target="../media/image-27-4.png"/><Relationship Id="rId12" Type="http://schemas.openxmlformats.org/officeDocument/2006/relationships/slideLayout" Target="../slideLayouts/slideLayout2.xml"/><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2.xml"/><Relationship Id="rId8"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heinrich-mario/e7688653-8e48-5480-a009-7b18c0e4f8cc/scratchpad/img/lake.jp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tmp/claude-0/-home-user-heinrich-mario/e7688653-8e48-5480-a009-7b18c0e4f8cc/scratchpad/art/overlay_bottom.png">    </p:cNvPr>
          <p:cNvPicPr>
            <a:picLocks noChangeAspect="1"/>
          </p:cNvPicPr>
          <p:nvPr/>
        </p:nvPicPr>
        <p:blipFill>
          <a:blip r:embed="rId2"/>
          <a:stretch>
            <a:fillRect/>
          </a:stretch>
        </p:blipFill>
        <p:spPr>
          <a:xfrm>
            <a:off x="0" y="0"/>
            <a:ext cx="9144000" cy="5143500"/>
          </a:xfrm>
          <a:prstGeom prst="rect">
            <a:avLst/>
          </a:prstGeom>
        </p:spPr>
      </p:pic>
      <p:sp>
        <p:nvSpPr>
          <p:cNvPr id="4" name="Shape 0"/>
          <p:cNvSpPr/>
          <p:nvPr/>
        </p:nvSpPr>
        <p:spPr>
          <a:xfrm>
            <a:off x="274320" y="274320"/>
            <a:ext cx="8595360" cy="4594860"/>
          </a:xfrm>
          <a:prstGeom prst="rect">
            <a:avLst/>
          </a:prstGeom>
          <a:ln w="19050">
            <a:solidFill>
              <a:srgbClr val="EBB021"/>
            </a:solidFill>
            <a:prstDash val="solid"/>
          </a:ln>
        </p:spPr>
      </p:sp>
      <p:pic>
        <p:nvPicPr>
          <p:cNvPr id="5" name="Image 2" descr="/tmp/claude-0/-home-user-heinrich-mario/e7688653-8e48-5480-a009-7b18c0e4f8cc/scratchpad/art/leaf_red.png">    </p:cNvPr>
          <p:cNvPicPr>
            <a:picLocks noChangeAspect="1"/>
          </p:cNvPicPr>
          <p:nvPr/>
        </p:nvPicPr>
        <p:blipFill>
          <a:blip r:embed="rId3"/>
          <a:stretch>
            <a:fillRect/>
          </a:stretch>
        </p:blipFill>
        <p:spPr>
          <a:xfrm>
            <a:off x="384048" y="384048"/>
            <a:ext cx="1143000" cy="1143000"/>
          </a:xfrm>
          <a:prstGeom prst="rect">
            <a:avLst/>
          </a:prstGeom>
        </p:spPr>
      </p:pic>
      <p:pic>
        <p:nvPicPr>
          <p:cNvPr id="6" name="Image 3" descr="/tmp/claude-0/-home-user-heinrich-mario/e7688653-8e48-5480-a009-7b18c0e4f8cc/scratchpad/art/leaf_gold.png">    </p:cNvPr>
          <p:cNvPicPr>
            <a:picLocks noChangeAspect="1"/>
          </p:cNvPicPr>
          <p:nvPr/>
        </p:nvPicPr>
        <p:blipFill>
          <a:blip r:embed="rId4"/>
          <a:stretch>
            <a:fillRect/>
          </a:stretch>
        </p:blipFill>
        <p:spPr>
          <a:xfrm>
            <a:off x="7635240" y="320040"/>
            <a:ext cx="1188720" cy="1188720"/>
          </a:xfrm>
          <a:prstGeom prst="rect">
            <a:avLst/>
          </a:prstGeom>
        </p:spPr>
      </p:pic>
      <p:pic>
        <p:nvPicPr>
          <p:cNvPr id="7" name="Image 4" descr="/tmp/claude-0/-home-user-heinrich-mario/e7688653-8e48-5480-a009-7b18c0e4f8cc/scratchpad/art/leaf_orange.png">    </p:cNvPr>
          <p:cNvPicPr>
            <a:picLocks noChangeAspect="1"/>
          </p:cNvPicPr>
          <p:nvPr/>
        </p:nvPicPr>
        <p:blipFill>
          <a:blip r:embed="rId5"/>
          <a:stretch>
            <a:fillRect/>
          </a:stretch>
        </p:blipFill>
        <p:spPr>
          <a:xfrm>
            <a:off x="7726680" y="3611880"/>
            <a:ext cx="1097280" cy="1097280"/>
          </a:xfrm>
          <a:prstGeom prst="rect">
            <a:avLst/>
          </a:prstGeom>
        </p:spPr>
      </p:pic>
      <p:pic>
        <p:nvPicPr>
          <p:cNvPr id="8" name="Image 5" descr="/tmp/claude-0/-home-user-heinrich-mario/e7688653-8e48-5480-a009-7b18c0e4f8cc/scratchpad/art/leaf_wine.png">    </p:cNvPr>
          <p:cNvPicPr>
            <a:picLocks noChangeAspect="1"/>
          </p:cNvPicPr>
          <p:nvPr/>
        </p:nvPicPr>
        <p:blipFill>
          <a:blip r:embed="rId6"/>
          <a:stretch>
            <a:fillRect/>
          </a:stretch>
        </p:blipFill>
        <p:spPr>
          <a:xfrm>
            <a:off x="365760" y="3703320"/>
            <a:ext cx="1051560" cy="1051560"/>
          </a:xfrm>
          <a:prstGeom prst="rect">
            <a:avLst/>
          </a:prstGeom>
        </p:spPr>
      </p:pic>
      <p:sp>
        <p:nvSpPr>
          <p:cNvPr id="9" name="Text 1"/>
          <p:cNvSpPr txBox="1"/>
          <p:nvPr/>
        </p:nvSpPr>
        <p:spPr>
          <a:xfrm>
            <a:off x="914400" y="1325880"/>
            <a:ext cx="7315200" cy="3657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ctr"/>
          <a:lstStyle/>
          <a:p>
            <a:pPr algn="ctr" indent="0" marL="0">
              <a:buNone/>
            </a:pPr>
            <a:r>
              <a:rPr lang="en-US" sz="1600" b="1" spc="600" kern="0" dirty="0">
                <a:solidFill>
                  <a:srgbClr val="EBB021"/>
                </a:solidFill>
                <a:latin typeface="Calibri" pitchFamily="34" charset="0"/>
                <a:ea typeface="Calibri" pitchFamily="34" charset="-122"/>
                <a:cs typeface="Calibri" pitchFamily="34" charset="-120"/>
              </a:rPr>
              <a:t>27 СЕНТЯБРЯ</a:t>
            </a:r>
            <a:endParaRPr lang="en-US" sz="1600" dirty="0"/>
          </a:p>
        </p:txBody>
      </p:sp>
      <p:sp>
        <p:nvSpPr>
          <p:cNvPr id="10" name="Text 2"/>
          <p:cNvSpPr txBox="1"/>
          <p:nvPr/>
        </p:nvSpPr>
        <p:spPr>
          <a:xfrm>
            <a:off x="457200" y="1737360"/>
            <a:ext cx="8229600" cy="96012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С Днём воспитателя!</a:t>
            </a:r>
            <a:endParaRPr lang="en-US" sz="4600" dirty="0"/>
          </a:p>
        </p:txBody>
      </p:sp>
      <p:sp>
        <p:nvSpPr>
          <p:cNvPr id="11" name="Text 3"/>
          <p:cNvSpPr txBox="1"/>
          <p:nvPr/>
        </p:nvSpPr>
        <p:spPr>
          <a:xfrm>
            <a:off x="1463040" y="2880360"/>
            <a:ext cx="6217920" cy="86868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algn="ctr" indent="0" marL="0">
              <a:buNone/>
            </a:pPr>
            <a:r>
              <a:rPr lang="en-US" sz="1700" i="1" dirty="0">
                <a:solidFill>
                  <a:srgbClr val="FFF3E0"/>
                </a:solidFill>
                <a:latin typeface="Calibri" pitchFamily="34" charset="0"/>
                <a:ea typeface="Calibri" pitchFamily="34" charset="-122"/>
                <a:cs typeface="Calibri" pitchFamily="34" charset="-120"/>
              </a:rPr>
              <a:t>Дорогие воспитатели нашей школы! Пусть эта осень дарит вам тепло, а работа — радость, вдохновение и благодарные улыбки детей.</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heinrich-mario/e7688653-8e48-5480-a009-7b18c0e4f8cc/scratchpad/art/leaves_rounded.png">    </p:cNvPr>
          <p:cNvPicPr>
            <a:picLocks noChangeAspect="1"/>
          </p:cNvPicPr>
          <p:nvPr/>
        </p:nvPicPr>
        <p:blipFill>
          <a:blip r:embed="rId2"/>
          <a:stretch>
            <a:fillRect/>
          </a:stretch>
        </p:blipFill>
        <p:spPr>
          <a:xfrm>
            <a:off x="457200" y="457200"/>
            <a:ext cx="3657600" cy="4229100"/>
          </a:xfrm>
          <a:prstGeom prst="rect">
            <a:avLst/>
          </a:prstGeom>
          <a:effectLst>
            <a:outerShdw sx="100000" sy="100000" kx="0" ky="0" algn="bl" rotWithShape="0" blurRad="76200" dist="25400" dir="5400000">
              <a:srgbClr val="000000">
                <a:alpha val="25000"/>
              </a:srgbClr>
            </a:outerShdw>
          </a:effectLst>
        </p:spPr>
      </p:pic>
      <p:sp>
        <p:nvSpPr>
          <p:cNvPr id="3" name="Text 0"/>
          <p:cNvSpPr txBox="1"/>
          <p:nvPr/>
        </p:nvSpPr>
        <p:spPr>
          <a:xfrm>
            <a:off x="4526280" y="457200"/>
            <a:ext cx="420624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КОНКУРС ДЛЯ ВОСПИТАТЕЛЕЙ ШКОЛЫ</a:t>
            </a:r>
            <a:endParaRPr lang="en-US" sz="1100" dirty="0"/>
          </a:p>
        </p:txBody>
      </p:sp>
      <p:sp>
        <p:nvSpPr>
          <p:cNvPr id="4" name="Text 1"/>
          <p:cNvSpPr txBox="1"/>
          <p:nvPr/>
        </p:nvSpPr>
        <p:spPr>
          <a:xfrm>
            <a:off x="4526280" y="749808"/>
            <a:ext cx="4206240" cy="914400"/>
          </a:xfrm>
          <a:prstGeom prst="rect">
            <a:avLst/>
          </a:prstGeom>
          <a:noFill/>
          <a:ln/>
        </p:spPr>
        <p:txBody>
          <a:bodyPr wrap="square" lIns="0" tIns="0" rIns="0" bIns="0" rtlCol="0" anchor="t"/>
          <a:lstStyle/>
          <a:p>
            <a:pPr indent="0" marL="0">
              <a:buNone/>
            </a:pPr>
            <a:r>
              <a:rPr lang="en-US" sz="3000" b="1" dirty="0">
                <a:solidFill>
                  <a:srgbClr val="3A150A"/>
                </a:solidFill>
                <a:latin typeface="Cambria" pitchFamily="34" charset="0"/>
                <a:ea typeface="Cambria" pitchFamily="34" charset="-122"/>
                <a:cs typeface="Cambria" pitchFamily="34" charset="-120"/>
              </a:rPr>
              <a:t>Осенний марафон воспитателей</a:t>
            </a:r>
            <a:endParaRPr lang="en-US" sz="3000" dirty="0"/>
          </a:p>
        </p:txBody>
      </p:sp>
      <p:sp>
        <p:nvSpPr>
          <p:cNvPr id="5" name="Text 2"/>
          <p:cNvSpPr txBox="1"/>
          <p:nvPr/>
        </p:nvSpPr>
        <p:spPr>
          <a:xfrm>
            <a:off x="4526280" y="1691640"/>
            <a:ext cx="4160520" cy="731520"/>
          </a:xfrm>
          <a:prstGeom prst="rect">
            <a:avLst/>
          </a:prstGeom>
          <a:noFill/>
          <a:ln/>
        </p:spPr>
        <p:txBody>
          <a:bodyPr wrap="square" lIns="0" tIns="0" rIns="0" bIns="0" rtlCol="0" anchor="t"/>
          <a:lstStyle/>
          <a:p>
            <a:pPr indent="0" marL="0">
              <a:buNone/>
            </a:pPr>
            <a:r>
              <a:rPr lang="en-US" sz="1300" dirty="0">
                <a:solidFill>
                  <a:srgbClr val="3B2314"/>
                </a:solidFill>
                <a:latin typeface="Calibri" pitchFamily="34" charset="0"/>
                <a:ea typeface="Calibri" pitchFamily="34" charset="-122"/>
                <a:cs typeface="Calibri" pitchFamily="34" charset="-120"/>
              </a:rPr>
              <a:t>Дорогие коллеги! Сегодня никто никого не проверяет: мы вспоминаем, поём и радуемся друг другу. Вас ждут четыре раунда и финал.</a:t>
            </a:r>
            <a:endParaRPr lang="en-US" sz="1300" dirty="0"/>
          </a:p>
        </p:txBody>
      </p:sp>
      <p:sp>
        <p:nvSpPr>
          <p:cNvPr id="6" name="Shape 3"/>
          <p:cNvSpPr/>
          <p:nvPr/>
        </p:nvSpPr>
        <p:spPr>
          <a:xfrm>
            <a:off x="4526280" y="2560320"/>
            <a:ext cx="292608" cy="29260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7" name="Text 4"/>
          <p:cNvSpPr txBox="1"/>
          <p:nvPr/>
        </p:nvSpPr>
        <p:spPr>
          <a:xfrm>
            <a:off x="4526280" y="2560320"/>
            <a:ext cx="292608" cy="292608"/>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4937760" y="2542032"/>
            <a:ext cx="3749040" cy="329184"/>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Узнай коллегу по фото</a:t>
            </a:r>
            <a:endParaRPr lang="en-US" sz="1500" dirty="0"/>
          </a:p>
        </p:txBody>
      </p:sp>
      <p:sp>
        <p:nvSpPr>
          <p:cNvPr id="9" name="Shape 6"/>
          <p:cNvSpPr/>
          <p:nvPr/>
        </p:nvSpPr>
        <p:spPr>
          <a:xfrm>
            <a:off x="4526280" y="2926080"/>
            <a:ext cx="292608" cy="29260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0" name="Text 7"/>
          <p:cNvSpPr txBox="1"/>
          <p:nvPr/>
        </p:nvSpPr>
        <p:spPr>
          <a:xfrm>
            <a:off x="4526280" y="2926080"/>
            <a:ext cx="292608" cy="292608"/>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2</a:t>
            </a:r>
            <a:endParaRPr lang="en-US" sz="1200" dirty="0"/>
          </a:p>
        </p:txBody>
      </p:sp>
      <p:sp>
        <p:nvSpPr>
          <p:cNvPr id="11" name="Text 8"/>
          <p:cNvSpPr txBox="1"/>
          <p:nvPr/>
        </p:nvSpPr>
        <p:spPr>
          <a:xfrm>
            <a:off x="4937760" y="2907792"/>
            <a:ext cx="3749040" cy="329184"/>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Блиц-опрос</a:t>
            </a:r>
            <a:endParaRPr lang="en-US" sz="1500" dirty="0"/>
          </a:p>
        </p:txBody>
      </p:sp>
      <p:sp>
        <p:nvSpPr>
          <p:cNvPr id="12" name="Shape 9"/>
          <p:cNvSpPr/>
          <p:nvPr/>
        </p:nvSpPr>
        <p:spPr>
          <a:xfrm>
            <a:off x="4526280" y="3291840"/>
            <a:ext cx="292608" cy="29260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3" name="Text 10"/>
          <p:cNvSpPr txBox="1"/>
          <p:nvPr/>
        </p:nvSpPr>
        <p:spPr>
          <a:xfrm>
            <a:off x="4526280" y="3291840"/>
            <a:ext cx="292608" cy="292608"/>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3</a:t>
            </a:r>
            <a:endParaRPr lang="en-US" sz="1200" dirty="0"/>
          </a:p>
        </p:txBody>
      </p:sp>
      <p:sp>
        <p:nvSpPr>
          <p:cNvPr id="14" name="Text 11"/>
          <p:cNvSpPr txBox="1"/>
          <p:nvPr/>
        </p:nvSpPr>
        <p:spPr>
          <a:xfrm>
            <a:off x="4937760" y="3273552"/>
            <a:ext cx="3749040" cy="329184"/>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Закончи пословицу</a:t>
            </a:r>
            <a:endParaRPr lang="en-US" sz="1500" dirty="0"/>
          </a:p>
        </p:txBody>
      </p:sp>
      <p:sp>
        <p:nvSpPr>
          <p:cNvPr id="15" name="Shape 12"/>
          <p:cNvSpPr/>
          <p:nvPr/>
        </p:nvSpPr>
        <p:spPr>
          <a:xfrm>
            <a:off x="4526280" y="3657600"/>
            <a:ext cx="292608" cy="29260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6" name="Text 13"/>
          <p:cNvSpPr txBox="1"/>
          <p:nvPr/>
        </p:nvSpPr>
        <p:spPr>
          <a:xfrm>
            <a:off x="4526280" y="3657600"/>
            <a:ext cx="292608" cy="292608"/>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4</a:t>
            </a:r>
            <a:endParaRPr lang="en-US" sz="1200" dirty="0"/>
          </a:p>
        </p:txBody>
      </p:sp>
      <p:sp>
        <p:nvSpPr>
          <p:cNvPr id="17" name="Text 14"/>
          <p:cNvSpPr txBox="1"/>
          <p:nvPr/>
        </p:nvSpPr>
        <p:spPr>
          <a:xfrm>
            <a:off x="4937760" y="3639312"/>
            <a:ext cx="3749040" cy="329184"/>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Продолжи песню</a:t>
            </a:r>
            <a:endParaRPr lang="en-US" sz="1500" dirty="0"/>
          </a:p>
        </p:txBody>
      </p:sp>
      <p:sp>
        <p:nvSpPr>
          <p:cNvPr id="18" name="Shape 15"/>
          <p:cNvSpPr/>
          <p:nvPr/>
        </p:nvSpPr>
        <p:spPr>
          <a:xfrm>
            <a:off x="4526280" y="4023360"/>
            <a:ext cx="292608" cy="29260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sp>
        <p:nvSpPr>
          <p:cNvPr id="19" name="Text 16"/>
          <p:cNvSpPr txBox="1"/>
          <p:nvPr/>
        </p:nvSpPr>
        <p:spPr>
          <a:xfrm>
            <a:off x="4526280" y="40233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4937760" y="4005072"/>
            <a:ext cx="3749040" cy="329184"/>
          </a:xfrm>
          <a:prstGeom prst="rect">
            <a:avLst/>
          </a:prstGeom>
          <a:noFill/>
          <a:ln/>
        </p:spPr>
        <p:txBody>
          <a:bodyPr wrap="square" lIns="0" tIns="0" rIns="0" bIns="0" rtlCol="0" anchor="ctr"/>
          <a:lstStyle/>
          <a:p>
            <a:pPr indent="0" marL="0">
              <a:buNone/>
            </a:pPr>
            <a:r>
              <a:rPr lang="en-US" sz="1500" b="1" dirty="0">
                <a:solidFill>
                  <a:srgbClr val="3B2314"/>
                </a:solidFill>
                <a:latin typeface="Calibri" pitchFamily="34" charset="0"/>
                <a:ea typeface="Calibri" pitchFamily="34" charset="-122"/>
                <a:cs typeface="Calibri" pitchFamily="34" charset="-120"/>
              </a:rPr>
              <a:t>Финал и награждение</a:t>
            </a:r>
            <a:endParaRPr lang="en-US" sz="1500" dirty="0"/>
          </a:p>
        </p:txBody>
      </p:sp>
      <p:sp>
        <p:nvSpPr>
          <p:cNvPr id="21" name="Text 18"/>
          <p:cNvSpPr txBox="1"/>
          <p:nvPr/>
        </p:nvSpPr>
        <p:spPr>
          <a:xfrm>
            <a:off x="4526280" y="4407408"/>
            <a:ext cx="4160520" cy="457200"/>
          </a:xfrm>
          <a:prstGeom prst="rect">
            <a:avLst/>
          </a:prstGeom>
          <a:noFill/>
          <a:ln/>
        </p:spPr>
        <p:txBody>
          <a:bodyPr wrap="square" lIns="0" tIns="0" rIns="0" bIns="0" rtlCol="0" anchor="t"/>
          <a:lstStyle/>
          <a:p>
            <a:pPr indent="0" marL="0">
              <a:buNone/>
            </a:pPr>
            <a:r>
              <a:rPr lang="en-US" sz="1150" i="1" dirty="0">
                <a:solidFill>
                  <a:srgbClr val="8A6A55"/>
                </a:solidFill>
                <a:latin typeface="Calibri" pitchFamily="34" charset="0"/>
                <a:ea typeface="Calibri" pitchFamily="34" charset="-122"/>
                <a:cs typeface="Calibri" pitchFamily="34" charset="-120"/>
              </a:rPr>
              <a:t>За верный ответ команда получает осенний лист. Побеждает та, у кого к финалу соберётся самый пышный букет!</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claude-0/-home-user-heinrich-mario/e7688653-8e48-5480-a009-7b18c0e4f8cc/scratchpad/img/forest.jp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tmp/claude-0/-home-user-heinrich-mario/e7688653-8e48-5480-a009-7b18c0e4f8cc/scratchpad/art/overlay_flat.png">    </p:cNvPr>
          <p:cNvPicPr>
            <a:picLocks noChangeAspect="1"/>
          </p:cNvPicPr>
          <p:nvPr/>
        </p:nvPicPr>
        <p:blipFill>
          <a:blip r:embed="rId2"/>
          <a:stretch>
            <a:fillRect/>
          </a:stretch>
        </p:blipFill>
        <p:spPr>
          <a:xfrm>
            <a:off x="0" y="0"/>
            <a:ext cx="9144000" cy="5143500"/>
          </a:xfrm>
          <a:prstGeom prst="rect">
            <a:avLst/>
          </a:prstGeom>
        </p:spPr>
      </p:pic>
      <p:sp>
        <p:nvSpPr>
          <p:cNvPr id="4" name="Shape 0"/>
          <p:cNvSpPr/>
          <p:nvPr/>
        </p:nvSpPr>
        <p:spPr>
          <a:xfrm>
            <a:off x="822960" y="16002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5" name="Text 1"/>
          <p:cNvSpPr txBox="1"/>
          <p:nvPr/>
        </p:nvSpPr>
        <p:spPr>
          <a:xfrm>
            <a:off x="822960" y="1600200"/>
            <a:ext cx="1554480" cy="1554480"/>
          </a:xfrm>
          <a:prstGeom prst="rect">
            <a:avLst/>
          </a:prstGeom>
          <a:noFill/>
          <a:ln/>
        </p:spPr>
        <p:txBody>
          <a:bodyPr wrap="square" lIns="0" tIns="0" rIns="0" bIns="0" rtlCol="0" anchor="ctr"/>
          <a:lstStyle/>
          <a:p>
            <a:pPr algn="ctr" indent="0" marL="0">
              <a:buNone/>
            </a:pPr>
            <a:r>
              <a:rPr lang="en-US" sz="5400" b="1" dirty="0">
                <a:solidFill>
                  <a:srgbClr val="3A150A"/>
                </a:solidFill>
                <a:latin typeface="Cambria" pitchFamily="34" charset="0"/>
                <a:ea typeface="Cambria" pitchFamily="34" charset="-122"/>
                <a:cs typeface="Cambria" pitchFamily="34" charset="-120"/>
              </a:rPr>
              <a:t>1</a:t>
            </a:r>
            <a:endParaRPr lang="en-US" sz="5400" dirty="0"/>
          </a:p>
        </p:txBody>
      </p:sp>
      <p:sp>
        <p:nvSpPr>
          <p:cNvPr id="6" name="Text 2"/>
          <p:cNvSpPr txBox="1"/>
          <p:nvPr/>
        </p:nvSpPr>
        <p:spPr>
          <a:xfrm>
            <a:off x="2743200" y="1417320"/>
            <a:ext cx="45720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1</a:t>
            </a:r>
            <a:endParaRPr lang="en-US" sz="1100" dirty="0"/>
          </a:p>
        </p:txBody>
      </p:sp>
      <p:sp>
        <p:nvSpPr>
          <p:cNvPr id="7" name="Text 3"/>
          <p:cNvSpPr txBox="1"/>
          <p:nvPr/>
        </p:nvSpPr>
        <p:spPr>
          <a:xfrm>
            <a:off x="2743200" y="1691640"/>
            <a:ext cx="5943600" cy="118872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Узнай коллегу по фото</a:t>
            </a:r>
            <a:endParaRPr lang="en-US" sz="3600" dirty="0"/>
          </a:p>
        </p:txBody>
      </p:sp>
      <p:sp>
        <p:nvSpPr>
          <p:cNvPr id="8" name="Text 4"/>
          <p:cNvSpPr txBox="1"/>
          <p:nvPr/>
        </p:nvSpPr>
        <p:spPr>
          <a:xfrm>
            <a:off x="2743200" y="3017520"/>
            <a:ext cx="5669280" cy="8229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1600" dirty="0">
                <a:solidFill>
                  <a:srgbClr val="FFF3E0"/>
                </a:solidFill>
                <a:latin typeface="Calibri" pitchFamily="34" charset="0"/>
                <a:ea typeface="Calibri" pitchFamily="34" charset="-122"/>
                <a:cs typeface="Calibri" pitchFamily="34" charset="-120"/>
              </a:rPr>
              <a:t>На экране — фотография коллеги. Кто это? Первой отвечает команда, поднявшая осенний лист. Время на ответ — 15 секунд.</a:t>
            </a:r>
            <a:endParaRPr lang="en-US" sz="1600" dirty="0"/>
          </a:p>
        </p:txBody>
      </p:sp>
      <p:pic>
        <p:nvPicPr>
          <p:cNvPr id="9" name="Image 2" descr="/tmp/claude-0/-home-user-heinrich-mario/e7688653-8e48-5480-a009-7b18c0e4f8cc/scratchpad/art/leaf_orange.png">    </p:cNvPr>
          <p:cNvPicPr>
            <a:picLocks noChangeAspect="1"/>
          </p:cNvPicPr>
          <p:nvPr/>
        </p:nvPicPr>
        <p:blipFill>
          <a:blip r:embed="rId3"/>
          <a:stretch>
            <a:fillRect/>
          </a:stretch>
        </p:blipFill>
        <p:spPr>
          <a:xfrm>
            <a:off x="7818120" y="3840480"/>
            <a:ext cx="1005840" cy="1005840"/>
          </a:xfrm>
          <a:prstGeom prst="rect">
            <a:avLst/>
          </a:prstGeom>
        </p:spPr>
      </p:pic>
      <p:pic>
        <p:nvPicPr>
          <p:cNvPr id="10" name="Image 3" descr="/tmp/claude-0/-home-user-heinrich-mario/e7688653-8e48-5480-a009-7b18c0e4f8cc/scratchpad/art/leaf_red.png">    </p:cNvPr>
          <p:cNvPicPr>
            <a:picLocks noChangeAspect="1"/>
          </p:cNvPicPr>
          <p:nvPr/>
        </p:nvPicPr>
        <p:blipFill>
          <a:blip r:embed="rId4"/>
          <a:stretch>
            <a:fillRect/>
          </a:stretch>
        </p:blipFill>
        <p:spPr>
          <a:xfrm>
            <a:off x="320040" y="3931920"/>
            <a:ext cx="868680" cy="8686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1 · УЗНАЙ КОЛЛЕГУ ПО ФОТО</a:t>
            </a:r>
            <a:endParaRPr lang="en-US" sz="1100" dirty="0"/>
          </a:p>
        </p:txBody>
      </p:sp>
      <p:sp>
        <p:nvSpPr>
          <p:cNvPr id="3" name="Shape 1"/>
          <p:cNvSpPr/>
          <p:nvPr/>
        </p:nvSpPr>
        <p:spPr>
          <a:xfrm>
            <a:off x="548640" y="731520"/>
            <a:ext cx="4572000" cy="3977640"/>
          </a:xfrm>
          <a:prstGeom prst="roundRect">
            <a:avLst>
              <a:gd name="adj" fmla="val 2299"/>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Shape 2"/>
          <p:cNvSpPr/>
          <p:nvPr/>
        </p:nvSpPr>
        <p:spPr>
          <a:xfrm>
            <a:off x="6355080" y="9144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pic>
        <p:nvPicPr>
          <p:cNvPr id="5" name="Image 0" descr="/tmp/claude-0/-home-user-heinrich-mario/e7688653-8e48-5480-a009-7b18c0e4f8cc/scratchpad/art/qmark.png">    </p:cNvPr>
          <p:cNvPicPr>
            <a:picLocks noChangeAspect="1"/>
          </p:cNvPicPr>
          <p:nvPr/>
        </p:nvPicPr>
        <p:blipFill>
          <a:blip r:embed="rId1"/>
          <a:stretch>
            <a:fillRect/>
          </a:stretch>
        </p:blipFill>
        <p:spPr>
          <a:xfrm>
            <a:off x="6629400" y="1188720"/>
            <a:ext cx="1005840" cy="1005840"/>
          </a:xfrm>
          <a:prstGeom prst="rect">
            <a:avLst/>
          </a:prstGeom>
        </p:spPr>
      </p:pic>
      <p:sp>
        <p:nvSpPr>
          <p:cNvPr id="6" name="Text 3"/>
          <p:cNvSpPr txBox="1"/>
          <p:nvPr/>
        </p:nvSpPr>
        <p:spPr>
          <a:xfrm>
            <a:off x="5486400" y="2697480"/>
            <a:ext cx="3291840" cy="365760"/>
          </a:xfrm>
          <a:prstGeom prst="rect">
            <a:avLst/>
          </a:prstGeom>
          <a:noFill/>
          <a:ln/>
        </p:spPr>
        <p:txBody>
          <a:bodyPr wrap="square" lIns="0" tIns="0" rIns="0" bIns="0" rtlCol="0" anchor="ctr"/>
          <a:lstStyle/>
          <a:p>
            <a:pPr algn="ctr" indent="0" marL="0">
              <a:buNone/>
            </a:pPr>
            <a:r>
              <a:rPr lang="en-US" sz="1500" b="1" spc="100" kern="0" dirty="0">
                <a:solidFill>
                  <a:srgbClr val="B5451B"/>
                </a:solidFill>
                <a:latin typeface="Calibri" pitchFamily="34" charset="0"/>
                <a:ea typeface="Calibri" pitchFamily="34" charset="-122"/>
                <a:cs typeface="Calibri" pitchFamily="34" charset="-120"/>
              </a:rPr>
              <a:t>Фото № 1</a:t>
            </a:r>
            <a:endParaRPr lang="en-US" sz="1500" dirty="0"/>
          </a:p>
        </p:txBody>
      </p:sp>
      <p:sp>
        <p:nvSpPr>
          <p:cNvPr id="7" name="Text 4"/>
          <p:cNvSpPr txBox="1"/>
          <p:nvPr/>
        </p:nvSpPr>
        <p:spPr>
          <a:xfrm>
            <a:off x="5486400" y="3063240"/>
            <a:ext cx="3291840" cy="685800"/>
          </a:xfrm>
          <a:prstGeom prst="rect">
            <a:avLst/>
          </a:prstGeom>
          <a:noFill/>
          <a:ln/>
        </p:spPr>
        <p:txBody>
          <a:bodyPr wrap="square" lIns="0" tIns="0" rIns="0" bIns="0" rtlCol="0" anchor="ctr"/>
          <a:lstStyle/>
          <a:p>
            <a:pPr algn="ctr" indent="0" marL="0">
              <a:buNone/>
            </a:pPr>
            <a:r>
              <a:rPr lang="en-US" sz="3600" b="1" dirty="0">
                <a:solidFill>
                  <a:srgbClr val="3A150A"/>
                </a:solidFill>
                <a:latin typeface="Cambria" pitchFamily="34" charset="0"/>
                <a:ea typeface="Cambria" pitchFamily="34" charset="-122"/>
                <a:cs typeface="Cambria" pitchFamily="34" charset="-120"/>
              </a:rPr>
              <a:t>Кто это?</a:t>
            </a:r>
            <a:endParaRPr lang="en-US" sz="3600" dirty="0"/>
          </a:p>
        </p:txBody>
      </p:sp>
      <p:sp>
        <p:nvSpPr>
          <p:cNvPr id="8" name="Text 5"/>
          <p:cNvSpPr txBox="1"/>
          <p:nvPr/>
        </p:nvSpPr>
        <p:spPr>
          <a:xfrm>
            <a:off x="5486400" y="3749040"/>
            <a:ext cx="3291840" cy="411480"/>
          </a:xfrm>
          <a:prstGeom prst="rect">
            <a:avLst/>
          </a:prstGeom>
          <a:noFill/>
          <a:ln/>
        </p:spPr>
        <p:txBody>
          <a:bodyPr wrap="square" lIns="0" tIns="0" rIns="0" bIns="0" rtlCol="0" anchor="t"/>
          <a:lstStyle/>
          <a:p>
            <a:pPr algn="ctr" indent="0" marL="0">
              <a:buNone/>
            </a:pPr>
            <a:r>
              <a:rPr lang="en-US" sz="1400" dirty="0">
                <a:solidFill>
                  <a:srgbClr val="8A6A55"/>
                </a:solidFill>
                <a:latin typeface="Calibri" pitchFamily="34" charset="0"/>
                <a:ea typeface="Calibri" pitchFamily="34" charset="-122"/>
                <a:cs typeface="Calibri" pitchFamily="34" charset="-120"/>
              </a:rPr>
              <a:t>Узнали? Назовите имя коллеги!</a:t>
            </a:r>
            <a:endParaRPr lang="en-US" sz="1400" dirty="0"/>
          </a:p>
        </p:txBody>
      </p:sp>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8001000" y="4160520"/>
            <a:ext cx="777240" cy="777240"/>
          </a:xfrm>
          <a:prstGeom prst="rect">
            <a:avLst/>
          </a:prstGeom>
        </p:spPr>
      </p:pic>
      <p:pic>
        <p:nvPicPr>
          <p:cNvPr id="10" name="Image 2" descr="/tmp/claude-0/-home-user-heinrich-mario/e7688653-8e48-5480-a009-7b18c0e4f8cc/scratchpad/art/leaf_red.png">    </p:cNvPr>
          <p:cNvPicPr>
            <a:picLocks noChangeAspect="1"/>
          </p:cNvPicPr>
          <p:nvPr/>
        </p:nvPicPr>
        <p:blipFill>
          <a:blip r:embed="rId3"/>
          <a:stretch>
            <a:fillRect/>
          </a:stretch>
        </p:blipFill>
        <p:spPr>
          <a:xfrm>
            <a:off x="5623560" y="4251960"/>
            <a:ext cx="640080" cy="640080"/>
          </a:xfrm>
          <a:prstGeom prst="rect">
            <a:avLst/>
          </a:prstGeom>
        </p:spPr>
      </p:pic>
      <p:sp>
        <p:nvSpPr>
          <p:cNvPr id="12" name="Text 0"/>
          <p:cNvSpPr/>
          <p:nvPr>
            <p:ph type="pic" idx="100" hasCustomPrompt="1"/>
          </p:nvPr>
        </p:nvSpPr>
        <p:spPr>
          <a:xfrm>
            <a:off x="694944" y="877824"/>
            <a:ext cx="4279392" cy="3685032"/>
          </a:xfrm>
          <a:prstGeom prst="rect">
            <a:avLst/>
          </a:prstGeom>
          <a:noFill/>
          <a:ln/>
        </p:spPr>
        <p:txBody>
          <a:bodyPr wrap="square" rtlCol="0"/>
          <a:lstStyle/>
          <a:p>
            <a:pPr indent="0" marL="0">
              <a:buNone/>
            </a:pP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1 · ОТВЕТ</a:t>
            </a:r>
            <a:endParaRPr lang="en-US" sz="1100" dirty="0"/>
          </a:p>
        </p:txBody>
      </p:sp>
      <p:sp>
        <p:nvSpPr>
          <p:cNvPr id="3" name="Shape 1"/>
          <p:cNvSpPr/>
          <p:nvPr/>
        </p:nvSpPr>
        <p:spPr>
          <a:xfrm>
            <a:off x="548640" y="896112"/>
            <a:ext cx="3383280" cy="3520440"/>
          </a:xfrm>
          <a:prstGeom prst="roundRect">
            <a:avLst>
              <a:gd name="adj" fmla="val 2703"/>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Text 2"/>
          <p:cNvSpPr txBox="1"/>
          <p:nvPr/>
        </p:nvSpPr>
        <p:spPr>
          <a:xfrm>
            <a:off x="4434840" y="1051560"/>
            <a:ext cx="4206240" cy="365760"/>
          </a:xfrm>
          <a:prstGeom prst="rect">
            <a:avLst/>
          </a:prstGeom>
          <a:noFill/>
          <a:ln/>
        </p:spPr>
        <p:txBody>
          <a:bodyPr wrap="square" lIns="0" tIns="0" rIns="0" bIns="0" rtlCol="0" anchor="ctr"/>
          <a:lstStyle/>
          <a:p>
            <a:pPr indent="0" marL="0">
              <a:buNone/>
            </a:pPr>
            <a:r>
              <a:rPr lang="en-US" sz="1500" b="1" spc="100" kern="0" dirty="0">
                <a:solidFill>
                  <a:srgbClr val="EBB021"/>
                </a:solidFill>
                <a:latin typeface="Calibri" pitchFamily="34" charset="0"/>
                <a:ea typeface="Calibri" pitchFamily="34" charset="-122"/>
                <a:cs typeface="Calibri" pitchFamily="34" charset="-120"/>
              </a:rPr>
              <a:t>Фото № 1</a:t>
            </a:r>
            <a:endParaRPr lang="en-US" sz="1500" dirty="0"/>
          </a:p>
        </p:txBody>
      </p:sp>
      <p:sp>
        <p:nvSpPr>
          <p:cNvPr id="5" name="Text 3"/>
          <p:cNvSpPr txBox="1"/>
          <p:nvPr/>
        </p:nvSpPr>
        <p:spPr>
          <a:xfrm>
            <a:off x="4434840" y="1463040"/>
            <a:ext cx="4206240" cy="457200"/>
          </a:xfrm>
          <a:prstGeom prst="rect">
            <a:avLst/>
          </a:prstGeom>
          <a:noFill/>
          <a:ln/>
        </p:spPr>
        <p:txBody>
          <a:bodyPr wrap="square" lIns="0" tIns="0" rIns="0" bIns="0" rtlCol="0" anchor="ctr"/>
          <a:lstStyle/>
          <a:p>
            <a:pPr indent="0" marL="0">
              <a:buNone/>
            </a:pPr>
            <a:r>
              <a:rPr lang="en-US" sz="2200" dirty="0">
                <a:solidFill>
                  <a:srgbClr val="FFF3E0"/>
                </a:solidFill>
                <a:latin typeface="Calibri" pitchFamily="34" charset="0"/>
                <a:ea typeface="Calibri" pitchFamily="34" charset="-122"/>
                <a:cs typeface="Calibri" pitchFamily="34" charset="-120"/>
              </a:rPr>
              <a:t>Это —</a:t>
            </a:r>
            <a:endParaRPr lang="en-US" sz="2200" dirty="0"/>
          </a:p>
        </p:txBody>
      </p:sp>
      <p:sp>
        <p:nvSpPr>
          <p:cNvPr id="6" name="Text 4"/>
          <p:cNvSpPr txBox="1"/>
          <p:nvPr/>
        </p:nvSpPr>
        <p:spPr>
          <a:xfrm>
            <a:off x="4434840" y="1920240"/>
            <a:ext cx="4206240" cy="12801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400" b="1" dirty="0">
                <a:solidFill>
                  <a:srgbClr val="EBB021"/>
                </a:solidFill>
                <a:latin typeface="Cambria" pitchFamily="34" charset="0"/>
                <a:ea typeface="Cambria" pitchFamily="34" charset="-122"/>
                <a:cs typeface="Cambria" pitchFamily="34" charset="-120"/>
              </a:rPr>
              <a:t>Фамилия Имя Отчество</a:t>
            </a:r>
            <a:endParaRPr lang="en-US" sz="3400" dirty="0"/>
          </a:p>
        </p:txBody>
      </p:sp>
      <p:sp>
        <p:nvSpPr>
          <p:cNvPr id="7" name="Text 5"/>
          <p:cNvSpPr txBox="1"/>
          <p:nvPr/>
        </p:nvSpPr>
        <p:spPr>
          <a:xfrm>
            <a:off x="4434840" y="3246120"/>
            <a:ext cx="4206240" cy="411480"/>
          </a:xfrm>
          <a:prstGeom prst="rect">
            <a:avLst/>
          </a:prstGeom>
          <a:noFill/>
          <a:ln/>
        </p:spPr>
        <p:txBody>
          <a:bodyPr wrap="square" lIns="0" tIns="0" rIns="0" bIns="0" rtlCol="0" anchor="ctr"/>
          <a:lstStyle/>
          <a:p>
            <a:pPr indent="0" marL="0">
              <a:buNone/>
            </a:pPr>
            <a:r>
              <a:rPr lang="en-US" sz="1500" i="1" dirty="0">
                <a:solidFill>
                  <a:srgbClr val="FFF3E0"/>
                </a:solidFill>
                <a:latin typeface="Calibri" pitchFamily="34" charset="0"/>
                <a:ea typeface="Calibri" pitchFamily="34" charset="-122"/>
                <a:cs typeface="Calibri" pitchFamily="34" charset="-120"/>
              </a:rPr>
              <a:t>воспитатель · класс или группа</a:t>
            </a:r>
            <a:endParaRPr lang="en-US" sz="1500" dirty="0"/>
          </a:p>
        </p:txBody>
      </p:sp>
      <p:pic>
        <p:nvPicPr>
          <p:cNvPr id="8" name="Image 0" descr="/tmp/claude-0/-home-user-heinrich-mario/e7688653-8e48-5480-a009-7b18c0e4f8cc/scratchpad/art/leaf_gold.png">    </p:cNvPr>
          <p:cNvPicPr>
            <a:picLocks noChangeAspect="1"/>
          </p:cNvPicPr>
          <p:nvPr/>
        </p:nvPicPr>
        <p:blipFill>
          <a:blip r:embed="rId1"/>
          <a:stretch>
            <a:fillRect/>
          </a:stretch>
        </p:blipFill>
        <p:spPr>
          <a:xfrm>
            <a:off x="7863840" y="3977640"/>
            <a:ext cx="868680" cy="868680"/>
          </a:xfrm>
          <a:prstGeom prst="rect">
            <a:avLst/>
          </a:prstGeom>
        </p:spPr>
      </p:pic>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4480560" y="4069080"/>
            <a:ext cx="685800" cy="685800"/>
          </a:xfrm>
          <a:prstGeom prst="rect">
            <a:avLst/>
          </a:prstGeom>
        </p:spPr>
      </p:pic>
      <p:sp>
        <p:nvSpPr>
          <p:cNvPr id="11" name="Text 0"/>
          <p:cNvSpPr/>
          <p:nvPr>
            <p:ph type="pic" idx="100" hasCustomPrompt="1"/>
          </p:nvPr>
        </p:nvSpPr>
        <p:spPr>
          <a:xfrm>
            <a:off x="676656" y="1024128"/>
            <a:ext cx="3127248" cy="3255264"/>
          </a:xfrm>
          <a:prstGeom prst="rect">
            <a:avLst/>
          </a:prstGeom>
          <a:noFill/>
          <a:ln/>
        </p:spPr>
        <p:txBody>
          <a:bodyPr wrap="square" rtlCol="0"/>
          <a:lstStyle/>
          <a:p>
            <a:pPr indent="0" marL="0">
              <a:buNone/>
            </a:pP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1 · УЗНАЙ КОЛЛЕГУ ПО ФОТО</a:t>
            </a:r>
            <a:endParaRPr lang="en-US" sz="1100" dirty="0"/>
          </a:p>
        </p:txBody>
      </p:sp>
      <p:sp>
        <p:nvSpPr>
          <p:cNvPr id="3" name="Shape 1"/>
          <p:cNvSpPr/>
          <p:nvPr/>
        </p:nvSpPr>
        <p:spPr>
          <a:xfrm>
            <a:off x="548640" y="731520"/>
            <a:ext cx="4572000" cy="3977640"/>
          </a:xfrm>
          <a:prstGeom prst="roundRect">
            <a:avLst>
              <a:gd name="adj" fmla="val 2299"/>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Shape 2"/>
          <p:cNvSpPr/>
          <p:nvPr/>
        </p:nvSpPr>
        <p:spPr>
          <a:xfrm>
            <a:off x="6355080" y="9144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pic>
        <p:nvPicPr>
          <p:cNvPr id="5" name="Image 0" descr="/tmp/claude-0/-home-user-heinrich-mario/e7688653-8e48-5480-a009-7b18c0e4f8cc/scratchpad/art/qmark.png">    </p:cNvPr>
          <p:cNvPicPr>
            <a:picLocks noChangeAspect="1"/>
          </p:cNvPicPr>
          <p:nvPr/>
        </p:nvPicPr>
        <p:blipFill>
          <a:blip r:embed="rId1"/>
          <a:stretch>
            <a:fillRect/>
          </a:stretch>
        </p:blipFill>
        <p:spPr>
          <a:xfrm>
            <a:off x="6629400" y="1188720"/>
            <a:ext cx="1005840" cy="1005840"/>
          </a:xfrm>
          <a:prstGeom prst="rect">
            <a:avLst/>
          </a:prstGeom>
        </p:spPr>
      </p:pic>
      <p:sp>
        <p:nvSpPr>
          <p:cNvPr id="6" name="Text 3"/>
          <p:cNvSpPr txBox="1"/>
          <p:nvPr/>
        </p:nvSpPr>
        <p:spPr>
          <a:xfrm>
            <a:off x="5486400" y="2697480"/>
            <a:ext cx="3291840" cy="365760"/>
          </a:xfrm>
          <a:prstGeom prst="rect">
            <a:avLst/>
          </a:prstGeom>
          <a:noFill/>
          <a:ln/>
        </p:spPr>
        <p:txBody>
          <a:bodyPr wrap="square" lIns="0" tIns="0" rIns="0" bIns="0" rtlCol="0" anchor="ctr"/>
          <a:lstStyle/>
          <a:p>
            <a:pPr algn="ctr" indent="0" marL="0">
              <a:buNone/>
            </a:pPr>
            <a:r>
              <a:rPr lang="en-US" sz="1500" b="1" spc="100" kern="0" dirty="0">
                <a:solidFill>
                  <a:srgbClr val="B5451B"/>
                </a:solidFill>
                <a:latin typeface="Calibri" pitchFamily="34" charset="0"/>
                <a:ea typeface="Calibri" pitchFamily="34" charset="-122"/>
                <a:cs typeface="Calibri" pitchFamily="34" charset="-120"/>
              </a:rPr>
              <a:t>Фото № 2</a:t>
            </a:r>
            <a:endParaRPr lang="en-US" sz="1500" dirty="0"/>
          </a:p>
        </p:txBody>
      </p:sp>
      <p:sp>
        <p:nvSpPr>
          <p:cNvPr id="7" name="Text 4"/>
          <p:cNvSpPr txBox="1"/>
          <p:nvPr/>
        </p:nvSpPr>
        <p:spPr>
          <a:xfrm>
            <a:off x="5486400" y="3063240"/>
            <a:ext cx="3291840" cy="685800"/>
          </a:xfrm>
          <a:prstGeom prst="rect">
            <a:avLst/>
          </a:prstGeom>
          <a:noFill/>
          <a:ln/>
        </p:spPr>
        <p:txBody>
          <a:bodyPr wrap="square" lIns="0" tIns="0" rIns="0" bIns="0" rtlCol="0" anchor="ctr"/>
          <a:lstStyle/>
          <a:p>
            <a:pPr algn="ctr" indent="0" marL="0">
              <a:buNone/>
            </a:pPr>
            <a:r>
              <a:rPr lang="en-US" sz="3600" b="1" dirty="0">
                <a:solidFill>
                  <a:srgbClr val="3A150A"/>
                </a:solidFill>
                <a:latin typeface="Cambria" pitchFamily="34" charset="0"/>
                <a:ea typeface="Cambria" pitchFamily="34" charset="-122"/>
                <a:cs typeface="Cambria" pitchFamily="34" charset="-120"/>
              </a:rPr>
              <a:t>Кто это?</a:t>
            </a:r>
            <a:endParaRPr lang="en-US" sz="3600" dirty="0"/>
          </a:p>
        </p:txBody>
      </p:sp>
      <p:sp>
        <p:nvSpPr>
          <p:cNvPr id="8" name="Text 5"/>
          <p:cNvSpPr txBox="1"/>
          <p:nvPr/>
        </p:nvSpPr>
        <p:spPr>
          <a:xfrm>
            <a:off x="5486400" y="3749040"/>
            <a:ext cx="3291840" cy="411480"/>
          </a:xfrm>
          <a:prstGeom prst="rect">
            <a:avLst/>
          </a:prstGeom>
          <a:noFill/>
          <a:ln/>
        </p:spPr>
        <p:txBody>
          <a:bodyPr wrap="square" lIns="0" tIns="0" rIns="0" bIns="0" rtlCol="0" anchor="t"/>
          <a:lstStyle/>
          <a:p>
            <a:pPr algn="ctr" indent="0" marL="0">
              <a:buNone/>
            </a:pPr>
            <a:r>
              <a:rPr lang="en-US" sz="1400" dirty="0">
                <a:solidFill>
                  <a:srgbClr val="8A6A55"/>
                </a:solidFill>
                <a:latin typeface="Calibri" pitchFamily="34" charset="0"/>
                <a:ea typeface="Calibri" pitchFamily="34" charset="-122"/>
                <a:cs typeface="Calibri" pitchFamily="34" charset="-120"/>
              </a:rPr>
              <a:t>Узнали? Назовите имя коллеги!</a:t>
            </a:r>
            <a:endParaRPr lang="en-US" sz="1400" dirty="0"/>
          </a:p>
        </p:txBody>
      </p:sp>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8001000" y="4160520"/>
            <a:ext cx="777240" cy="777240"/>
          </a:xfrm>
          <a:prstGeom prst="rect">
            <a:avLst/>
          </a:prstGeom>
        </p:spPr>
      </p:pic>
      <p:pic>
        <p:nvPicPr>
          <p:cNvPr id="10" name="Image 2" descr="/tmp/claude-0/-home-user-heinrich-mario/e7688653-8e48-5480-a009-7b18c0e4f8cc/scratchpad/art/leaf_red.png">    </p:cNvPr>
          <p:cNvPicPr>
            <a:picLocks noChangeAspect="1"/>
          </p:cNvPicPr>
          <p:nvPr/>
        </p:nvPicPr>
        <p:blipFill>
          <a:blip r:embed="rId3"/>
          <a:stretch>
            <a:fillRect/>
          </a:stretch>
        </p:blipFill>
        <p:spPr>
          <a:xfrm>
            <a:off x="5623560" y="4251960"/>
            <a:ext cx="640080" cy="640080"/>
          </a:xfrm>
          <a:prstGeom prst="rect">
            <a:avLst/>
          </a:prstGeom>
        </p:spPr>
      </p:pic>
      <p:sp>
        <p:nvSpPr>
          <p:cNvPr id="12" name="Text 0"/>
          <p:cNvSpPr/>
          <p:nvPr>
            <p:ph type="pic" idx="100" hasCustomPrompt="1"/>
          </p:nvPr>
        </p:nvSpPr>
        <p:spPr>
          <a:xfrm>
            <a:off x="694944" y="877824"/>
            <a:ext cx="4279392" cy="3685032"/>
          </a:xfrm>
          <a:prstGeom prst="rect">
            <a:avLst/>
          </a:prstGeom>
          <a:noFill/>
          <a:ln/>
        </p:spPr>
        <p:txBody>
          <a:bodyPr wrap="square" rtlCol="0"/>
          <a:lstStyle/>
          <a:p>
            <a:pPr indent="0" marL="0">
              <a:buNone/>
            </a:pP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1 · ОТВЕТ</a:t>
            </a:r>
            <a:endParaRPr lang="en-US" sz="1100" dirty="0"/>
          </a:p>
        </p:txBody>
      </p:sp>
      <p:sp>
        <p:nvSpPr>
          <p:cNvPr id="3" name="Shape 1"/>
          <p:cNvSpPr/>
          <p:nvPr/>
        </p:nvSpPr>
        <p:spPr>
          <a:xfrm>
            <a:off x="548640" y="896112"/>
            <a:ext cx="3383280" cy="3520440"/>
          </a:xfrm>
          <a:prstGeom prst="roundRect">
            <a:avLst>
              <a:gd name="adj" fmla="val 2703"/>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Text 2"/>
          <p:cNvSpPr txBox="1"/>
          <p:nvPr/>
        </p:nvSpPr>
        <p:spPr>
          <a:xfrm>
            <a:off x="4434840" y="1051560"/>
            <a:ext cx="4206240" cy="365760"/>
          </a:xfrm>
          <a:prstGeom prst="rect">
            <a:avLst/>
          </a:prstGeom>
          <a:noFill/>
          <a:ln/>
        </p:spPr>
        <p:txBody>
          <a:bodyPr wrap="square" lIns="0" tIns="0" rIns="0" bIns="0" rtlCol="0" anchor="ctr"/>
          <a:lstStyle/>
          <a:p>
            <a:pPr indent="0" marL="0">
              <a:buNone/>
            </a:pPr>
            <a:r>
              <a:rPr lang="en-US" sz="1500" b="1" spc="100" kern="0" dirty="0">
                <a:solidFill>
                  <a:srgbClr val="EBB021"/>
                </a:solidFill>
                <a:latin typeface="Calibri" pitchFamily="34" charset="0"/>
                <a:ea typeface="Calibri" pitchFamily="34" charset="-122"/>
                <a:cs typeface="Calibri" pitchFamily="34" charset="-120"/>
              </a:rPr>
              <a:t>Фото № 2</a:t>
            </a:r>
            <a:endParaRPr lang="en-US" sz="1500" dirty="0"/>
          </a:p>
        </p:txBody>
      </p:sp>
      <p:sp>
        <p:nvSpPr>
          <p:cNvPr id="5" name="Text 3"/>
          <p:cNvSpPr txBox="1"/>
          <p:nvPr/>
        </p:nvSpPr>
        <p:spPr>
          <a:xfrm>
            <a:off x="4434840" y="1463040"/>
            <a:ext cx="4206240" cy="457200"/>
          </a:xfrm>
          <a:prstGeom prst="rect">
            <a:avLst/>
          </a:prstGeom>
          <a:noFill/>
          <a:ln/>
        </p:spPr>
        <p:txBody>
          <a:bodyPr wrap="square" lIns="0" tIns="0" rIns="0" bIns="0" rtlCol="0" anchor="ctr"/>
          <a:lstStyle/>
          <a:p>
            <a:pPr indent="0" marL="0">
              <a:buNone/>
            </a:pPr>
            <a:r>
              <a:rPr lang="en-US" sz="2200" dirty="0">
                <a:solidFill>
                  <a:srgbClr val="FFF3E0"/>
                </a:solidFill>
                <a:latin typeface="Calibri" pitchFamily="34" charset="0"/>
                <a:ea typeface="Calibri" pitchFamily="34" charset="-122"/>
                <a:cs typeface="Calibri" pitchFamily="34" charset="-120"/>
              </a:rPr>
              <a:t>Это —</a:t>
            </a:r>
            <a:endParaRPr lang="en-US" sz="2200" dirty="0"/>
          </a:p>
        </p:txBody>
      </p:sp>
      <p:sp>
        <p:nvSpPr>
          <p:cNvPr id="6" name="Text 4"/>
          <p:cNvSpPr txBox="1"/>
          <p:nvPr/>
        </p:nvSpPr>
        <p:spPr>
          <a:xfrm>
            <a:off x="4434840" y="1920240"/>
            <a:ext cx="4206240" cy="12801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400" b="1" dirty="0">
                <a:solidFill>
                  <a:srgbClr val="EBB021"/>
                </a:solidFill>
                <a:latin typeface="Cambria" pitchFamily="34" charset="0"/>
                <a:ea typeface="Cambria" pitchFamily="34" charset="-122"/>
                <a:cs typeface="Cambria" pitchFamily="34" charset="-120"/>
              </a:rPr>
              <a:t>Фамилия Имя Отчество</a:t>
            </a:r>
            <a:endParaRPr lang="en-US" sz="3400" dirty="0"/>
          </a:p>
        </p:txBody>
      </p:sp>
      <p:sp>
        <p:nvSpPr>
          <p:cNvPr id="7" name="Text 5"/>
          <p:cNvSpPr txBox="1"/>
          <p:nvPr/>
        </p:nvSpPr>
        <p:spPr>
          <a:xfrm>
            <a:off x="4434840" y="3246120"/>
            <a:ext cx="4206240" cy="411480"/>
          </a:xfrm>
          <a:prstGeom prst="rect">
            <a:avLst/>
          </a:prstGeom>
          <a:noFill/>
          <a:ln/>
        </p:spPr>
        <p:txBody>
          <a:bodyPr wrap="square" lIns="0" tIns="0" rIns="0" bIns="0" rtlCol="0" anchor="ctr"/>
          <a:lstStyle/>
          <a:p>
            <a:pPr indent="0" marL="0">
              <a:buNone/>
            </a:pPr>
            <a:r>
              <a:rPr lang="en-US" sz="1500" i="1" dirty="0">
                <a:solidFill>
                  <a:srgbClr val="FFF3E0"/>
                </a:solidFill>
                <a:latin typeface="Calibri" pitchFamily="34" charset="0"/>
                <a:ea typeface="Calibri" pitchFamily="34" charset="-122"/>
                <a:cs typeface="Calibri" pitchFamily="34" charset="-120"/>
              </a:rPr>
              <a:t>воспитатель · класс или группа</a:t>
            </a:r>
            <a:endParaRPr lang="en-US" sz="1500" dirty="0"/>
          </a:p>
        </p:txBody>
      </p:sp>
      <p:pic>
        <p:nvPicPr>
          <p:cNvPr id="8" name="Image 0" descr="/tmp/claude-0/-home-user-heinrich-mario/e7688653-8e48-5480-a009-7b18c0e4f8cc/scratchpad/art/leaf_gold.png">    </p:cNvPr>
          <p:cNvPicPr>
            <a:picLocks noChangeAspect="1"/>
          </p:cNvPicPr>
          <p:nvPr/>
        </p:nvPicPr>
        <p:blipFill>
          <a:blip r:embed="rId1"/>
          <a:stretch>
            <a:fillRect/>
          </a:stretch>
        </p:blipFill>
        <p:spPr>
          <a:xfrm>
            <a:off x="7863840" y="3977640"/>
            <a:ext cx="868680" cy="868680"/>
          </a:xfrm>
          <a:prstGeom prst="rect">
            <a:avLst/>
          </a:prstGeom>
        </p:spPr>
      </p:pic>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4480560" y="4069080"/>
            <a:ext cx="685800" cy="685800"/>
          </a:xfrm>
          <a:prstGeom prst="rect">
            <a:avLst/>
          </a:prstGeom>
        </p:spPr>
      </p:pic>
      <p:sp>
        <p:nvSpPr>
          <p:cNvPr id="11" name="Text 0"/>
          <p:cNvSpPr/>
          <p:nvPr>
            <p:ph type="pic" idx="100" hasCustomPrompt="1"/>
          </p:nvPr>
        </p:nvSpPr>
        <p:spPr>
          <a:xfrm>
            <a:off x="676656" y="1024128"/>
            <a:ext cx="3127248" cy="3255264"/>
          </a:xfrm>
          <a:prstGeom prst="rect">
            <a:avLst/>
          </a:prstGeom>
          <a:noFill/>
          <a:ln/>
        </p:spPr>
        <p:txBody>
          <a:bodyPr wrap="square" rtlCol="0"/>
          <a:lstStyle/>
          <a:p>
            <a:pPr indent="0" marL="0">
              <a:buNone/>
            </a:pP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1 · УЗНАЙ КОЛЛЕГУ ПО ФОТО</a:t>
            </a:r>
            <a:endParaRPr lang="en-US" sz="1100" dirty="0"/>
          </a:p>
        </p:txBody>
      </p:sp>
      <p:sp>
        <p:nvSpPr>
          <p:cNvPr id="3" name="Shape 1"/>
          <p:cNvSpPr/>
          <p:nvPr/>
        </p:nvSpPr>
        <p:spPr>
          <a:xfrm>
            <a:off x="548640" y="731520"/>
            <a:ext cx="4572000" cy="3977640"/>
          </a:xfrm>
          <a:prstGeom prst="roundRect">
            <a:avLst>
              <a:gd name="adj" fmla="val 2299"/>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Shape 2"/>
          <p:cNvSpPr/>
          <p:nvPr/>
        </p:nvSpPr>
        <p:spPr>
          <a:xfrm>
            <a:off x="6355080" y="9144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pic>
        <p:nvPicPr>
          <p:cNvPr id="5" name="Image 0" descr="/tmp/claude-0/-home-user-heinrich-mario/e7688653-8e48-5480-a009-7b18c0e4f8cc/scratchpad/art/qmark.png">    </p:cNvPr>
          <p:cNvPicPr>
            <a:picLocks noChangeAspect="1"/>
          </p:cNvPicPr>
          <p:nvPr/>
        </p:nvPicPr>
        <p:blipFill>
          <a:blip r:embed="rId1"/>
          <a:stretch>
            <a:fillRect/>
          </a:stretch>
        </p:blipFill>
        <p:spPr>
          <a:xfrm>
            <a:off x="6629400" y="1188720"/>
            <a:ext cx="1005840" cy="1005840"/>
          </a:xfrm>
          <a:prstGeom prst="rect">
            <a:avLst/>
          </a:prstGeom>
        </p:spPr>
      </p:pic>
      <p:sp>
        <p:nvSpPr>
          <p:cNvPr id="6" name="Text 3"/>
          <p:cNvSpPr txBox="1"/>
          <p:nvPr/>
        </p:nvSpPr>
        <p:spPr>
          <a:xfrm>
            <a:off x="5486400" y="2697480"/>
            <a:ext cx="3291840" cy="365760"/>
          </a:xfrm>
          <a:prstGeom prst="rect">
            <a:avLst/>
          </a:prstGeom>
          <a:noFill/>
          <a:ln/>
        </p:spPr>
        <p:txBody>
          <a:bodyPr wrap="square" lIns="0" tIns="0" rIns="0" bIns="0" rtlCol="0" anchor="ctr"/>
          <a:lstStyle/>
          <a:p>
            <a:pPr algn="ctr" indent="0" marL="0">
              <a:buNone/>
            </a:pPr>
            <a:r>
              <a:rPr lang="en-US" sz="1500" b="1" spc="100" kern="0" dirty="0">
                <a:solidFill>
                  <a:srgbClr val="B5451B"/>
                </a:solidFill>
                <a:latin typeface="Calibri" pitchFamily="34" charset="0"/>
                <a:ea typeface="Calibri" pitchFamily="34" charset="-122"/>
                <a:cs typeface="Calibri" pitchFamily="34" charset="-120"/>
              </a:rPr>
              <a:t>Фото № 3</a:t>
            </a:r>
            <a:endParaRPr lang="en-US" sz="1500" dirty="0"/>
          </a:p>
        </p:txBody>
      </p:sp>
      <p:sp>
        <p:nvSpPr>
          <p:cNvPr id="7" name="Text 4"/>
          <p:cNvSpPr txBox="1"/>
          <p:nvPr/>
        </p:nvSpPr>
        <p:spPr>
          <a:xfrm>
            <a:off x="5486400" y="3063240"/>
            <a:ext cx="3291840" cy="685800"/>
          </a:xfrm>
          <a:prstGeom prst="rect">
            <a:avLst/>
          </a:prstGeom>
          <a:noFill/>
          <a:ln/>
        </p:spPr>
        <p:txBody>
          <a:bodyPr wrap="square" lIns="0" tIns="0" rIns="0" bIns="0" rtlCol="0" anchor="ctr"/>
          <a:lstStyle/>
          <a:p>
            <a:pPr algn="ctr" indent="0" marL="0">
              <a:buNone/>
            </a:pPr>
            <a:r>
              <a:rPr lang="en-US" sz="3600" b="1" dirty="0">
                <a:solidFill>
                  <a:srgbClr val="3A150A"/>
                </a:solidFill>
                <a:latin typeface="Cambria" pitchFamily="34" charset="0"/>
                <a:ea typeface="Cambria" pitchFamily="34" charset="-122"/>
                <a:cs typeface="Cambria" pitchFamily="34" charset="-120"/>
              </a:rPr>
              <a:t>Кто это?</a:t>
            </a:r>
            <a:endParaRPr lang="en-US" sz="3600" dirty="0"/>
          </a:p>
        </p:txBody>
      </p:sp>
      <p:sp>
        <p:nvSpPr>
          <p:cNvPr id="8" name="Text 5"/>
          <p:cNvSpPr txBox="1"/>
          <p:nvPr/>
        </p:nvSpPr>
        <p:spPr>
          <a:xfrm>
            <a:off x="5486400" y="3749040"/>
            <a:ext cx="3291840" cy="411480"/>
          </a:xfrm>
          <a:prstGeom prst="rect">
            <a:avLst/>
          </a:prstGeom>
          <a:noFill/>
          <a:ln/>
        </p:spPr>
        <p:txBody>
          <a:bodyPr wrap="square" lIns="0" tIns="0" rIns="0" bIns="0" rtlCol="0" anchor="t"/>
          <a:lstStyle/>
          <a:p>
            <a:pPr algn="ctr" indent="0" marL="0">
              <a:buNone/>
            </a:pPr>
            <a:r>
              <a:rPr lang="en-US" sz="1400" dirty="0">
                <a:solidFill>
                  <a:srgbClr val="8A6A55"/>
                </a:solidFill>
                <a:latin typeface="Calibri" pitchFamily="34" charset="0"/>
                <a:ea typeface="Calibri" pitchFamily="34" charset="-122"/>
                <a:cs typeface="Calibri" pitchFamily="34" charset="-120"/>
              </a:rPr>
              <a:t>Узнали? Назовите имя коллеги!</a:t>
            </a:r>
            <a:endParaRPr lang="en-US" sz="1400" dirty="0"/>
          </a:p>
        </p:txBody>
      </p:sp>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8001000" y="4160520"/>
            <a:ext cx="777240" cy="777240"/>
          </a:xfrm>
          <a:prstGeom prst="rect">
            <a:avLst/>
          </a:prstGeom>
        </p:spPr>
      </p:pic>
      <p:pic>
        <p:nvPicPr>
          <p:cNvPr id="10" name="Image 2" descr="/tmp/claude-0/-home-user-heinrich-mario/e7688653-8e48-5480-a009-7b18c0e4f8cc/scratchpad/art/leaf_red.png">    </p:cNvPr>
          <p:cNvPicPr>
            <a:picLocks noChangeAspect="1"/>
          </p:cNvPicPr>
          <p:nvPr/>
        </p:nvPicPr>
        <p:blipFill>
          <a:blip r:embed="rId3"/>
          <a:stretch>
            <a:fillRect/>
          </a:stretch>
        </p:blipFill>
        <p:spPr>
          <a:xfrm>
            <a:off x="5623560" y="4251960"/>
            <a:ext cx="640080" cy="640080"/>
          </a:xfrm>
          <a:prstGeom prst="rect">
            <a:avLst/>
          </a:prstGeom>
        </p:spPr>
      </p:pic>
      <p:sp>
        <p:nvSpPr>
          <p:cNvPr id="12" name="Text 0"/>
          <p:cNvSpPr/>
          <p:nvPr>
            <p:ph type="pic" idx="100" hasCustomPrompt="1"/>
          </p:nvPr>
        </p:nvSpPr>
        <p:spPr>
          <a:xfrm>
            <a:off x="694944" y="877824"/>
            <a:ext cx="4279392" cy="3685032"/>
          </a:xfrm>
          <a:prstGeom prst="rect">
            <a:avLst/>
          </a:prstGeom>
          <a:noFill/>
          <a:ln/>
        </p:spPr>
        <p:txBody>
          <a:bodyPr wrap="square" rtlCol="0"/>
          <a:lstStyle/>
          <a:p>
            <a:pPr indent="0" marL="0">
              <a:buNone/>
            </a:pP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1 · ОТВЕТ</a:t>
            </a:r>
            <a:endParaRPr lang="en-US" sz="1100" dirty="0"/>
          </a:p>
        </p:txBody>
      </p:sp>
      <p:sp>
        <p:nvSpPr>
          <p:cNvPr id="3" name="Shape 1"/>
          <p:cNvSpPr/>
          <p:nvPr/>
        </p:nvSpPr>
        <p:spPr>
          <a:xfrm>
            <a:off x="548640" y="896112"/>
            <a:ext cx="3383280" cy="3520440"/>
          </a:xfrm>
          <a:prstGeom prst="roundRect">
            <a:avLst>
              <a:gd name="adj" fmla="val 2703"/>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Text 2"/>
          <p:cNvSpPr txBox="1"/>
          <p:nvPr/>
        </p:nvSpPr>
        <p:spPr>
          <a:xfrm>
            <a:off x="4434840" y="1051560"/>
            <a:ext cx="4206240" cy="365760"/>
          </a:xfrm>
          <a:prstGeom prst="rect">
            <a:avLst/>
          </a:prstGeom>
          <a:noFill/>
          <a:ln/>
        </p:spPr>
        <p:txBody>
          <a:bodyPr wrap="square" lIns="0" tIns="0" rIns="0" bIns="0" rtlCol="0" anchor="ctr"/>
          <a:lstStyle/>
          <a:p>
            <a:pPr indent="0" marL="0">
              <a:buNone/>
            </a:pPr>
            <a:r>
              <a:rPr lang="en-US" sz="1500" b="1" spc="100" kern="0" dirty="0">
                <a:solidFill>
                  <a:srgbClr val="EBB021"/>
                </a:solidFill>
                <a:latin typeface="Calibri" pitchFamily="34" charset="0"/>
                <a:ea typeface="Calibri" pitchFamily="34" charset="-122"/>
                <a:cs typeface="Calibri" pitchFamily="34" charset="-120"/>
              </a:rPr>
              <a:t>Фото № 3</a:t>
            </a:r>
            <a:endParaRPr lang="en-US" sz="1500" dirty="0"/>
          </a:p>
        </p:txBody>
      </p:sp>
      <p:sp>
        <p:nvSpPr>
          <p:cNvPr id="5" name="Text 3"/>
          <p:cNvSpPr txBox="1"/>
          <p:nvPr/>
        </p:nvSpPr>
        <p:spPr>
          <a:xfrm>
            <a:off x="4434840" y="1463040"/>
            <a:ext cx="4206240" cy="457200"/>
          </a:xfrm>
          <a:prstGeom prst="rect">
            <a:avLst/>
          </a:prstGeom>
          <a:noFill/>
          <a:ln/>
        </p:spPr>
        <p:txBody>
          <a:bodyPr wrap="square" lIns="0" tIns="0" rIns="0" bIns="0" rtlCol="0" anchor="ctr"/>
          <a:lstStyle/>
          <a:p>
            <a:pPr indent="0" marL="0">
              <a:buNone/>
            </a:pPr>
            <a:r>
              <a:rPr lang="en-US" sz="2200" dirty="0">
                <a:solidFill>
                  <a:srgbClr val="FFF3E0"/>
                </a:solidFill>
                <a:latin typeface="Calibri" pitchFamily="34" charset="0"/>
                <a:ea typeface="Calibri" pitchFamily="34" charset="-122"/>
                <a:cs typeface="Calibri" pitchFamily="34" charset="-120"/>
              </a:rPr>
              <a:t>Это —</a:t>
            </a:r>
            <a:endParaRPr lang="en-US" sz="2200" dirty="0"/>
          </a:p>
        </p:txBody>
      </p:sp>
      <p:sp>
        <p:nvSpPr>
          <p:cNvPr id="6" name="Text 4"/>
          <p:cNvSpPr txBox="1"/>
          <p:nvPr/>
        </p:nvSpPr>
        <p:spPr>
          <a:xfrm>
            <a:off x="4434840" y="1920240"/>
            <a:ext cx="4206240" cy="12801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400" b="1" dirty="0">
                <a:solidFill>
                  <a:srgbClr val="EBB021"/>
                </a:solidFill>
                <a:latin typeface="Cambria" pitchFamily="34" charset="0"/>
                <a:ea typeface="Cambria" pitchFamily="34" charset="-122"/>
                <a:cs typeface="Cambria" pitchFamily="34" charset="-120"/>
              </a:rPr>
              <a:t>Фамилия Имя Отчество</a:t>
            </a:r>
            <a:endParaRPr lang="en-US" sz="3400" dirty="0"/>
          </a:p>
        </p:txBody>
      </p:sp>
      <p:sp>
        <p:nvSpPr>
          <p:cNvPr id="7" name="Text 5"/>
          <p:cNvSpPr txBox="1"/>
          <p:nvPr/>
        </p:nvSpPr>
        <p:spPr>
          <a:xfrm>
            <a:off x="4434840" y="3246120"/>
            <a:ext cx="4206240" cy="411480"/>
          </a:xfrm>
          <a:prstGeom prst="rect">
            <a:avLst/>
          </a:prstGeom>
          <a:noFill/>
          <a:ln/>
        </p:spPr>
        <p:txBody>
          <a:bodyPr wrap="square" lIns="0" tIns="0" rIns="0" bIns="0" rtlCol="0" anchor="ctr"/>
          <a:lstStyle/>
          <a:p>
            <a:pPr indent="0" marL="0">
              <a:buNone/>
            </a:pPr>
            <a:r>
              <a:rPr lang="en-US" sz="1500" i="1" dirty="0">
                <a:solidFill>
                  <a:srgbClr val="FFF3E0"/>
                </a:solidFill>
                <a:latin typeface="Calibri" pitchFamily="34" charset="0"/>
                <a:ea typeface="Calibri" pitchFamily="34" charset="-122"/>
                <a:cs typeface="Calibri" pitchFamily="34" charset="-120"/>
              </a:rPr>
              <a:t>воспитатель · класс или группа</a:t>
            </a:r>
            <a:endParaRPr lang="en-US" sz="1500" dirty="0"/>
          </a:p>
        </p:txBody>
      </p:sp>
      <p:pic>
        <p:nvPicPr>
          <p:cNvPr id="8" name="Image 0" descr="/tmp/claude-0/-home-user-heinrich-mario/e7688653-8e48-5480-a009-7b18c0e4f8cc/scratchpad/art/leaf_gold.png">    </p:cNvPr>
          <p:cNvPicPr>
            <a:picLocks noChangeAspect="1"/>
          </p:cNvPicPr>
          <p:nvPr/>
        </p:nvPicPr>
        <p:blipFill>
          <a:blip r:embed="rId1"/>
          <a:stretch>
            <a:fillRect/>
          </a:stretch>
        </p:blipFill>
        <p:spPr>
          <a:xfrm>
            <a:off x="7863840" y="3977640"/>
            <a:ext cx="868680" cy="868680"/>
          </a:xfrm>
          <a:prstGeom prst="rect">
            <a:avLst/>
          </a:prstGeom>
        </p:spPr>
      </p:pic>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4480560" y="4069080"/>
            <a:ext cx="685800" cy="685800"/>
          </a:xfrm>
          <a:prstGeom prst="rect">
            <a:avLst/>
          </a:prstGeom>
        </p:spPr>
      </p:pic>
      <p:sp>
        <p:nvSpPr>
          <p:cNvPr id="11" name="Text 0"/>
          <p:cNvSpPr/>
          <p:nvPr>
            <p:ph type="pic" idx="100" hasCustomPrompt="1"/>
          </p:nvPr>
        </p:nvSpPr>
        <p:spPr>
          <a:xfrm>
            <a:off x="676656" y="1024128"/>
            <a:ext cx="3127248" cy="3255264"/>
          </a:xfrm>
          <a:prstGeom prst="rect">
            <a:avLst/>
          </a:prstGeom>
          <a:noFill/>
          <a:ln/>
        </p:spPr>
        <p:txBody>
          <a:bodyPr wrap="square" rtlCol="0"/>
          <a:lstStyle/>
          <a:p>
            <a:pPr indent="0" marL="0">
              <a:buNone/>
            </a:pP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1 · УЗНАЙ КОЛЛЕГУ ПО ФОТО</a:t>
            </a:r>
            <a:endParaRPr lang="en-US" sz="1100" dirty="0"/>
          </a:p>
        </p:txBody>
      </p:sp>
      <p:sp>
        <p:nvSpPr>
          <p:cNvPr id="3" name="Shape 1"/>
          <p:cNvSpPr/>
          <p:nvPr/>
        </p:nvSpPr>
        <p:spPr>
          <a:xfrm>
            <a:off x="548640" y="731520"/>
            <a:ext cx="4572000" cy="3977640"/>
          </a:xfrm>
          <a:prstGeom prst="roundRect">
            <a:avLst>
              <a:gd name="adj" fmla="val 2299"/>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Shape 2"/>
          <p:cNvSpPr/>
          <p:nvPr/>
        </p:nvSpPr>
        <p:spPr>
          <a:xfrm>
            <a:off x="6355080" y="9144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pic>
        <p:nvPicPr>
          <p:cNvPr id="5" name="Image 0" descr="/tmp/claude-0/-home-user-heinrich-mario/e7688653-8e48-5480-a009-7b18c0e4f8cc/scratchpad/art/qmark.png">    </p:cNvPr>
          <p:cNvPicPr>
            <a:picLocks noChangeAspect="1"/>
          </p:cNvPicPr>
          <p:nvPr/>
        </p:nvPicPr>
        <p:blipFill>
          <a:blip r:embed="rId1"/>
          <a:stretch>
            <a:fillRect/>
          </a:stretch>
        </p:blipFill>
        <p:spPr>
          <a:xfrm>
            <a:off x="6629400" y="1188720"/>
            <a:ext cx="1005840" cy="1005840"/>
          </a:xfrm>
          <a:prstGeom prst="rect">
            <a:avLst/>
          </a:prstGeom>
        </p:spPr>
      </p:pic>
      <p:sp>
        <p:nvSpPr>
          <p:cNvPr id="6" name="Text 3"/>
          <p:cNvSpPr txBox="1"/>
          <p:nvPr/>
        </p:nvSpPr>
        <p:spPr>
          <a:xfrm>
            <a:off x="5486400" y="2697480"/>
            <a:ext cx="3291840" cy="365760"/>
          </a:xfrm>
          <a:prstGeom prst="rect">
            <a:avLst/>
          </a:prstGeom>
          <a:noFill/>
          <a:ln/>
        </p:spPr>
        <p:txBody>
          <a:bodyPr wrap="square" lIns="0" tIns="0" rIns="0" bIns="0" rtlCol="0" anchor="ctr"/>
          <a:lstStyle/>
          <a:p>
            <a:pPr algn="ctr" indent="0" marL="0">
              <a:buNone/>
            </a:pPr>
            <a:r>
              <a:rPr lang="en-US" sz="1500" b="1" spc="100" kern="0" dirty="0">
                <a:solidFill>
                  <a:srgbClr val="B5451B"/>
                </a:solidFill>
                <a:latin typeface="Calibri" pitchFamily="34" charset="0"/>
                <a:ea typeface="Calibri" pitchFamily="34" charset="-122"/>
                <a:cs typeface="Calibri" pitchFamily="34" charset="-120"/>
              </a:rPr>
              <a:t>Фото № 4</a:t>
            </a:r>
            <a:endParaRPr lang="en-US" sz="1500" dirty="0"/>
          </a:p>
        </p:txBody>
      </p:sp>
      <p:sp>
        <p:nvSpPr>
          <p:cNvPr id="7" name="Text 4"/>
          <p:cNvSpPr txBox="1"/>
          <p:nvPr/>
        </p:nvSpPr>
        <p:spPr>
          <a:xfrm>
            <a:off x="5486400" y="3063240"/>
            <a:ext cx="3291840" cy="685800"/>
          </a:xfrm>
          <a:prstGeom prst="rect">
            <a:avLst/>
          </a:prstGeom>
          <a:noFill/>
          <a:ln/>
        </p:spPr>
        <p:txBody>
          <a:bodyPr wrap="square" lIns="0" tIns="0" rIns="0" bIns="0" rtlCol="0" anchor="ctr"/>
          <a:lstStyle/>
          <a:p>
            <a:pPr algn="ctr" indent="0" marL="0">
              <a:buNone/>
            </a:pPr>
            <a:r>
              <a:rPr lang="en-US" sz="3600" b="1" dirty="0">
                <a:solidFill>
                  <a:srgbClr val="3A150A"/>
                </a:solidFill>
                <a:latin typeface="Cambria" pitchFamily="34" charset="0"/>
                <a:ea typeface="Cambria" pitchFamily="34" charset="-122"/>
                <a:cs typeface="Cambria" pitchFamily="34" charset="-120"/>
              </a:rPr>
              <a:t>Кто это?</a:t>
            </a:r>
            <a:endParaRPr lang="en-US" sz="3600" dirty="0"/>
          </a:p>
        </p:txBody>
      </p:sp>
      <p:sp>
        <p:nvSpPr>
          <p:cNvPr id="8" name="Text 5"/>
          <p:cNvSpPr txBox="1"/>
          <p:nvPr/>
        </p:nvSpPr>
        <p:spPr>
          <a:xfrm>
            <a:off x="5486400" y="3749040"/>
            <a:ext cx="3291840" cy="411480"/>
          </a:xfrm>
          <a:prstGeom prst="rect">
            <a:avLst/>
          </a:prstGeom>
          <a:noFill/>
          <a:ln/>
        </p:spPr>
        <p:txBody>
          <a:bodyPr wrap="square" lIns="0" tIns="0" rIns="0" bIns="0" rtlCol="0" anchor="t"/>
          <a:lstStyle/>
          <a:p>
            <a:pPr algn="ctr" indent="0" marL="0">
              <a:buNone/>
            </a:pPr>
            <a:r>
              <a:rPr lang="en-US" sz="1400" dirty="0">
                <a:solidFill>
                  <a:srgbClr val="8A6A55"/>
                </a:solidFill>
                <a:latin typeface="Calibri" pitchFamily="34" charset="0"/>
                <a:ea typeface="Calibri" pitchFamily="34" charset="-122"/>
                <a:cs typeface="Calibri" pitchFamily="34" charset="-120"/>
              </a:rPr>
              <a:t>Узнали? Назовите имя коллеги!</a:t>
            </a:r>
            <a:endParaRPr lang="en-US" sz="1400" dirty="0"/>
          </a:p>
        </p:txBody>
      </p:sp>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8001000" y="4160520"/>
            <a:ext cx="777240" cy="777240"/>
          </a:xfrm>
          <a:prstGeom prst="rect">
            <a:avLst/>
          </a:prstGeom>
        </p:spPr>
      </p:pic>
      <p:pic>
        <p:nvPicPr>
          <p:cNvPr id="10" name="Image 2" descr="/tmp/claude-0/-home-user-heinrich-mario/e7688653-8e48-5480-a009-7b18c0e4f8cc/scratchpad/art/leaf_red.png">    </p:cNvPr>
          <p:cNvPicPr>
            <a:picLocks noChangeAspect="1"/>
          </p:cNvPicPr>
          <p:nvPr/>
        </p:nvPicPr>
        <p:blipFill>
          <a:blip r:embed="rId3"/>
          <a:stretch>
            <a:fillRect/>
          </a:stretch>
        </p:blipFill>
        <p:spPr>
          <a:xfrm>
            <a:off x="5623560" y="4251960"/>
            <a:ext cx="640080" cy="640080"/>
          </a:xfrm>
          <a:prstGeom prst="rect">
            <a:avLst/>
          </a:prstGeom>
        </p:spPr>
      </p:pic>
      <p:sp>
        <p:nvSpPr>
          <p:cNvPr id="12" name="Text 0"/>
          <p:cNvSpPr/>
          <p:nvPr>
            <p:ph type="pic" idx="100" hasCustomPrompt="1"/>
          </p:nvPr>
        </p:nvSpPr>
        <p:spPr>
          <a:xfrm>
            <a:off x="694944" y="877824"/>
            <a:ext cx="4279392" cy="3685032"/>
          </a:xfrm>
          <a:prstGeom prst="rect">
            <a:avLst/>
          </a:prstGeom>
          <a:noFill/>
          <a:ln/>
        </p:spPr>
        <p:txBody>
          <a:bodyPr wrap="square" rtlCol="0"/>
          <a:lstStyle/>
          <a:p>
            <a:pPr indent="0" marL="0">
              <a:buNone/>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1 · ОТВЕТ</a:t>
            </a:r>
            <a:endParaRPr lang="en-US" sz="1100" dirty="0"/>
          </a:p>
        </p:txBody>
      </p:sp>
      <p:sp>
        <p:nvSpPr>
          <p:cNvPr id="3" name="Shape 1"/>
          <p:cNvSpPr/>
          <p:nvPr/>
        </p:nvSpPr>
        <p:spPr>
          <a:xfrm>
            <a:off x="548640" y="896112"/>
            <a:ext cx="3383280" cy="3520440"/>
          </a:xfrm>
          <a:prstGeom prst="roundRect">
            <a:avLst>
              <a:gd name="adj" fmla="val 2703"/>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Text 2"/>
          <p:cNvSpPr txBox="1"/>
          <p:nvPr/>
        </p:nvSpPr>
        <p:spPr>
          <a:xfrm>
            <a:off x="4434840" y="1051560"/>
            <a:ext cx="4206240" cy="365760"/>
          </a:xfrm>
          <a:prstGeom prst="rect">
            <a:avLst/>
          </a:prstGeom>
          <a:noFill/>
          <a:ln/>
        </p:spPr>
        <p:txBody>
          <a:bodyPr wrap="square" lIns="0" tIns="0" rIns="0" bIns="0" rtlCol="0" anchor="ctr"/>
          <a:lstStyle/>
          <a:p>
            <a:pPr indent="0" marL="0">
              <a:buNone/>
            </a:pPr>
            <a:r>
              <a:rPr lang="en-US" sz="1500" b="1" spc="100" kern="0" dirty="0">
                <a:solidFill>
                  <a:srgbClr val="EBB021"/>
                </a:solidFill>
                <a:latin typeface="Calibri" pitchFamily="34" charset="0"/>
                <a:ea typeface="Calibri" pitchFamily="34" charset="-122"/>
                <a:cs typeface="Calibri" pitchFamily="34" charset="-120"/>
              </a:rPr>
              <a:t>Фото № 4</a:t>
            </a:r>
            <a:endParaRPr lang="en-US" sz="1500" dirty="0"/>
          </a:p>
        </p:txBody>
      </p:sp>
      <p:sp>
        <p:nvSpPr>
          <p:cNvPr id="5" name="Text 3"/>
          <p:cNvSpPr txBox="1"/>
          <p:nvPr/>
        </p:nvSpPr>
        <p:spPr>
          <a:xfrm>
            <a:off x="4434840" y="1463040"/>
            <a:ext cx="4206240" cy="457200"/>
          </a:xfrm>
          <a:prstGeom prst="rect">
            <a:avLst/>
          </a:prstGeom>
          <a:noFill/>
          <a:ln/>
        </p:spPr>
        <p:txBody>
          <a:bodyPr wrap="square" lIns="0" tIns="0" rIns="0" bIns="0" rtlCol="0" anchor="ctr"/>
          <a:lstStyle/>
          <a:p>
            <a:pPr indent="0" marL="0">
              <a:buNone/>
            </a:pPr>
            <a:r>
              <a:rPr lang="en-US" sz="2200" dirty="0">
                <a:solidFill>
                  <a:srgbClr val="FFF3E0"/>
                </a:solidFill>
                <a:latin typeface="Calibri" pitchFamily="34" charset="0"/>
                <a:ea typeface="Calibri" pitchFamily="34" charset="-122"/>
                <a:cs typeface="Calibri" pitchFamily="34" charset="-120"/>
              </a:rPr>
              <a:t>Это —</a:t>
            </a:r>
            <a:endParaRPr lang="en-US" sz="2200" dirty="0"/>
          </a:p>
        </p:txBody>
      </p:sp>
      <p:sp>
        <p:nvSpPr>
          <p:cNvPr id="6" name="Text 4"/>
          <p:cNvSpPr txBox="1"/>
          <p:nvPr/>
        </p:nvSpPr>
        <p:spPr>
          <a:xfrm>
            <a:off x="4434840" y="1920240"/>
            <a:ext cx="4206240" cy="12801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400" b="1" dirty="0">
                <a:solidFill>
                  <a:srgbClr val="EBB021"/>
                </a:solidFill>
                <a:latin typeface="Cambria" pitchFamily="34" charset="0"/>
                <a:ea typeface="Cambria" pitchFamily="34" charset="-122"/>
                <a:cs typeface="Cambria" pitchFamily="34" charset="-120"/>
              </a:rPr>
              <a:t>Фамилия Имя Отчество</a:t>
            </a:r>
            <a:endParaRPr lang="en-US" sz="3400" dirty="0"/>
          </a:p>
        </p:txBody>
      </p:sp>
      <p:sp>
        <p:nvSpPr>
          <p:cNvPr id="7" name="Text 5"/>
          <p:cNvSpPr txBox="1"/>
          <p:nvPr/>
        </p:nvSpPr>
        <p:spPr>
          <a:xfrm>
            <a:off x="4434840" y="3246120"/>
            <a:ext cx="4206240" cy="411480"/>
          </a:xfrm>
          <a:prstGeom prst="rect">
            <a:avLst/>
          </a:prstGeom>
          <a:noFill/>
          <a:ln/>
        </p:spPr>
        <p:txBody>
          <a:bodyPr wrap="square" lIns="0" tIns="0" rIns="0" bIns="0" rtlCol="0" anchor="ctr"/>
          <a:lstStyle/>
          <a:p>
            <a:pPr indent="0" marL="0">
              <a:buNone/>
            </a:pPr>
            <a:r>
              <a:rPr lang="en-US" sz="1500" i="1" dirty="0">
                <a:solidFill>
                  <a:srgbClr val="FFF3E0"/>
                </a:solidFill>
                <a:latin typeface="Calibri" pitchFamily="34" charset="0"/>
                <a:ea typeface="Calibri" pitchFamily="34" charset="-122"/>
                <a:cs typeface="Calibri" pitchFamily="34" charset="-120"/>
              </a:rPr>
              <a:t>воспитатель · класс или группа</a:t>
            </a:r>
            <a:endParaRPr lang="en-US" sz="1500" dirty="0"/>
          </a:p>
        </p:txBody>
      </p:sp>
      <p:pic>
        <p:nvPicPr>
          <p:cNvPr id="8" name="Image 0" descr="/tmp/claude-0/-home-user-heinrich-mario/e7688653-8e48-5480-a009-7b18c0e4f8cc/scratchpad/art/leaf_gold.png">    </p:cNvPr>
          <p:cNvPicPr>
            <a:picLocks noChangeAspect="1"/>
          </p:cNvPicPr>
          <p:nvPr/>
        </p:nvPicPr>
        <p:blipFill>
          <a:blip r:embed="rId1"/>
          <a:stretch>
            <a:fillRect/>
          </a:stretch>
        </p:blipFill>
        <p:spPr>
          <a:xfrm>
            <a:off x="7863840" y="3977640"/>
            <a:ext cx="868680" cy="868680"/>
          </a:xfrm>
          <a:prstGeom prst="rect">
            <a:avLst/>
          </a:prstGeom>
        </p:spPr>
      </p:pic>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4480560" y="4069080"/>
            <a:ext cx="685800" cy="685800"/>
          </a:xfrm>
          <a:prstGeom prst="rect">
            <a:avLst/>
          </a:prstGeom>
        </p:spPr>
      </p:pic>
      <p:sp>
        <p:nvSpPr>
          <p:cNvPr id="11" name="Text 0"/>
          <p:cNvSpPr/>
          <p:nvPr>
            <p:ph type="pic" idx="100" hasCustomPrompt="1"/>
          </p:nvPr>
        </p:nvSpPr>
        <p:spPr>
          <a:xfrm>
            <a:off x="676656" y="1024128"/>
            <a:ext cx="3127248" cy="3255264"/>
          </a:xfrm>
          <a:prstGeom prst="rect">
            <a:avLst/>
          </a:prstGeom>
          <a:noFill/>
          <a:ln/>
        </p:spPr>
        <p:txBody>
          <a:bodyPr wrap="square" rtlCol="0"/>
          <a:lstStyle/>
          <a:p>
            <a:pPr indent="0" marL="0">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1 · УЗНАЙ КОЛЛЕГУ ПО ФОТО</a:t>
            </a:r>
            <a:endParaRPr lang="en-US" sz="1100" dirty="0"/>
          </a:p>
        </p:txBody>
      </p:sp>
      <p:sp>
        <p:nvSpPr>
          <p:cNvPr id="3" name="Shape 1"/>
          <p:cNvSpPr/>
          <p:nvPr/>
        </p:nvSpPr>
        <p:spPr>
          <a:xfrm>
            <a:off x="548640" y="731520"/>
            <a:ext cx="4572000" cy="3977640"/>
          </a:xfrm>
          <a:prstGeom prst="roundRect">
            <a:avLst>
              <a:gd name="adj" fmla="val 2299"/>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Shape 2"/>
          <p:cNvSpPr/>
          <p:nvPr/>
        </p:nvSpPr>
        <p:spPr>
          <a:xfrm>
            <a:off x="6355080" y="9144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pic>
        <p:nvPicPr>
          <p:cNvPr id="5" name="Image 0" descr="/tmp/claude-0/-home-user-heinrich-mario/e7688653-8e48-5480-a009-7b18c0e4f8cc/scratchpad/art/qmark.png">    </p:cNvPr>
          <p:cNvPicPr>
            <a:picLocks noChangeAspect="1"/>
          </p:cNvPicPr>
          <p:nvPr/>
        </p:nvPicPr>
        <p:blipFill>
          <a:blip r:embed="rId1"/>
          <a:stretch>
            <a:fillRect/>
          </a:stretch>
        </p:blipFill>
        <p:spPr>
          <a:xfrm>
            <a:off x="6629400" y="1188720"/>
            <a:ext cx="1005840" cy="1005840"/>
          </a:xfrm>
          <a:prstGeom prst="rect">
            <a:avLst/>
          </a:prstGeom>
        </p:spPr>
      </p:pic>
      <p:sp>
        <p:nvSpPr>
          <p:cNvPr id="6" name="Text 3"/>
          <p:cNvSpPr txBox="1"/>
          <p:nvPr/>
        </p:nvSpPr>
        <p:spPr>
          <a:xfrm>
            <a:off x="5486400" y="2697480"/>
            <a:ext cx="3291840" cy="365760"/>
          </a:xfrm>
          <a:prstGeom prst="rect">
            <a:avLst/>
          </a:prstGeom>
          <a:noFill/>
          <a:ln/>
        </p:spPr>
        <p:txBody>
          <a:bodyPr wrap="square" lIns="0" tIns="0" rIns="0" bIns="0" rtlCol="0" anchor="ctr"/>
          <a:lstStyle/>
          <a:p>
            <a:pPr algn="ctr" indent="0" marL="0">
              <a:buNone/>
            </a:pPr>
            <a:r>
              <a:rPr lang="en-US" sz="1500" b="1" spc="100" kern="0" dirty="0">
                <a:solidFill>
                  <a:srgbClr val="B5451B"/>
                </a:solidFill>
                <a:latin typeface="Calibri" pitchFamily="34" charset="0"/>
                <a:ea typeface="Calibri" pitchFamily="34" charset="-122"/>
                <a:cs typeface="Calibri" pitchFamily="34" charset="-120"/>
              </a:rPr>
              <a:t>Фото № 5</a:t>
            </a:r>
            <a:endParaRPr lang="en-US" sz="1500" dirty="0"/>
          </a:p>
        </p:txBody>
      </p:sp>
      <p:sp>
        <p:nvSpPr>
          <p:cNvPr id="7" name="Text 4"/>
          <p:cNvSpPr txBox="1"/>
          <p:nvPr/>
        </p:nvSpPr>
        <p:spPr>
          <a:xfrm>
            <a:off x="5486400" y="3063240"/>
            <a:ext cx="3291840" cy="685800"/>
          </a:xfrm>
          <a:prstGeom prst="rect">
            <a:avLst/>
          </a:prstGeom>
          <a:noFill/>
          <a:ln/>
        </p:spPr>
        <p:txBody>
          <a:bodyPr wrap="square" lIns="0" tIns="0" rIns="0" bIns="0" rtlCol="0" anchor="ctr"/>
          <a:lstStyle/>
          <a:p>
            <a:pPr algn="ctr" indent="0" marL="0">
              <a:buNone/>
            </a:pPr>
            <a:r>
              <a:rPr lang="en-US" sz="3600" b="1" dirty="0">
                <a:solidFill>
                  <a:srgbClr val="3A150A"/>
                </a:solidFill>
                <a:latin typeface="Cambria" pitchFamily="34" charset="0"/>
                <a:ea typeface="Cambria" pitchFamily="34" charset="-122"/>
                <a:cs typeface="Cambria" pitchFamily="34" charset="-120"/>
              </a:rPr>
              <a:t>Кто это?</a:t>
            </a:r>
            <a:endParaRPr lang="en-US" sz="3600" dirty="0"/>
          </a:p>
        </p:txBody>
      </p:sp>
      <p:sp>
        <p:nvSpPr>
          <p:cNvPr id="8" name="Text 5"/>
          <p:cNvSpPr txBox="1"/>
          <p:nvPr/>
        </p:nvSpPr>
        <p:spPr>
          <a:xfrm>
            <a:off x="5486400" y="3749040"/>
            <a:ext cx="3291840" cy="411480"/>
          </a:xfrm>
          <a:prstGeom prst="rect">
            <a:avLst/>
          </a:prstGeom>
          <a:noFill/>
          <a:ln/>
        </p:spPr>
        <p:txBody>
          <a:bodyPr wrap="square" lIns="0" tIns="0" rIns="0" bIns="0" rtlCol="0" anchor="t"/>
          <a:lstStyle/>
          <a:p>
            <a:pPr algn="ctr" indent="0" marL="0">
              <a:buNone/>
            </a:pPr>
            <a:r>
              <a:rPr lang="en-US" sz="1400" dirty="0">
                <a:solidFill>
                  <a:srgbClr val="8A6A55"/>
                </a:solidFill>
                <a:latin typeface="Calibri" pitchFamily="34" charset="0"/>
                <a:ea typeface="Calibri" pitchFamily="34" charset="-122"/>
                <a:cs typeface="Calibri" pitchFamily="34" charset="-120"/>
              </a:rPr>
              <a:t>Узнали? Назовите имя коллеги!</a:t>
            </a:r>
            <a:endParaRPr lang="en-US" sz="1400" dirty="0"/>
          </a:p>
        </p:txBody>
      </p:sp>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8001000" y="4160520"/>
            <a:ext cx="777240" cy="777240"/>
          </a:xfrm>
          <a:prstGeom prst="rect">
            <a:avLst/>
          </a:prstGeom>
        </p:spPr>
      </p:pic>
      <p:pic>
        <p:nvPicPr>
          <p:cNvPr id="10" name="Image 2" descr="/tmp/claude-0/-home-user-heinrich-mario/e7688653-8e48-5480-a009-7b18c0e4f8cc/scratchpad/art/leaf_red.png">    </p:cNvPr>
          <p:cNvPicPr>
            <a:picLocks noChangeAspect="1"/>
          </p:cNvPicPr>
          <p:nvPr/>
        </p:nvPicPr>
        <p:blipFill>
          <a:blip r:embed="rId3"/>
          <a:stretch>
            <a:fillRect/>
          </a:stretch>
        </p:blipFill>
        <p:spPr>
          <a:xfrm>
            <a:off x="5623560" y="4251960"/>
            <a:ext cx="640080" cy="640080"/>
          </a:xfrm>
          <a:prstGeom prst="rect">
            <a:avLst/>
          </a:prstGeom>
        </p:spPr>
      </p:pic>
      <p:sp>
        <p:nvSpPr>
          <p:cNvPr id="12" name="Text 0"/>
          <p:cNvSpPr/>
          <p:nvPr>
            <p:ph type="pic" idx="100" hasCustomPrompt="1"/>
          </p:nvPr>
        </p:nvSpPr>
        <p:spPr>
          <a:xfrm>
            <a:off x="694944" y="877824"/>
            <a:ext cx="4279392" cy="3685032"/>
          </a:xfrm>
          <a:prstGeom prst="rect">
            <a:avLst/>
          </a:prstGeom>
          <a:noFill/>
          <a:ln/>
        </p:spPr>
        <p:txBody>
          <a:bodyPr wrap="square" rtlCol="0"/>
          <a:lstStyle/>
          <a:p>
            <a:pPr indent="0" marL="0">
              <a:buNone/>
            </a:pP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1 · ОТВЕТ</a:t>
            </a:r>
            <a:endParaRPr lang="en-US" sz="1100" dirty="0"/>
          </a:p>
        </p:txBody>
      </p:sp>
      <p:sp>
        <p:nvSpPr>
          <p:cNvPr id="3" name="Shape 1"/>
          <p:cNvSpPr/>
          <p:nvPr/>
        </p:nvSpPr>
        <p:spPr>
          <a:xfrm>
            <a:off x="548640" y="896112"/>
            <a:ext cx="3383280" cy="3520440"/>
          </a:xfrm>
          <a:prstGeom prst="roundRect">
            <a:avLst>
              <a:gd name="adj" fmla="val 2703"/>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Text 2"/>
          <p:cNvSpPr txBox="1"/>
          <p:nvPr/>
        </p:nvSpPr>
        <p:spPr>
          <a:xfrm>
            <a:off x="4434840" y="1051560"/>
            <a:ext cx="4206240" cy="365760"/>
          </a:xfrm>
          <a:prstGeom prst="rect">
            <a:avLst/>
          </a:prstGeom>
          <a:noFill/>
          <a:ln/>
        </p:spPr>
        <p:txBody>
          <a:bodyPr wrap="square" lIns="0" tIns="0" rIns="0" bIns="0" rtlCol="0" anchor="ctr"/>
          <a:lstStyle/>
          <a:p>
            <a:pPr indent="0" marL="0">
              <a:buNone/>
            </a:pPr>
            <a:r>
              <a:rPr lang="en-US" sz="1500" b="1" spc="100" kern="0" dirty="0">
                <a:solidFill>
                  <a:srgbClr val="EBB021"/>
                </a:solidFill>
                <a:latin typeface="Calibri" pitchFamily="34" charset="0"/>
                <a:ea typeface="Calibri" pitchFamily="34" charset="-122"/>
                <a:cs typeface="Calibri" pitchFamily="34" charset="-120"/>
              </a:rPr>
              <a:t>Фото № 5</a:t>
            </a:r>
            <a:endParaRPr lang="en-US" sz="1500" dirty="0"/>
          </a:p>
        </p:txBody>
      </p:sp>
      <p:sp>
        <p:nvSpPr>
          <p:cNvPr id="5" name="Text 3"/>
          <p:cNvSpPr txBox="1"/>
          <p:nvPr/>
        </p:nvSpPr>
        <p:spPr>
          <a:xfrm>
            <a:off x="4434840" y="1463040"/>
            <a:ext cx="4206240" cy="457200"/>
          </a:xfrm>
          <a:prstGeom prst="rect">
            <a:avLst/>
          </a:prstGeom>
          <a:noFill/>
          <a:ln/>
        </p:spPr>
        <p:txBody>
          <a:bodyPr wrap="square" lIns="0" tIns="0" rIns="0" bIns="0" rtlCol="0" anchor="ctr"/>
          <a:lstStyle/>
          <a:p>
            <a:pPr indent="0" marL="0">
              <a:buNone/>
            </a:pPr>
            <a:r>
              <a:rPr lang="en-US" sz="2200" dirty="0">
                <a:solidFill>
                  <a:srgbClr val="FFF3E0"/>
                </a:solidFill>
                <a:latin typeface="Calibri" pitchFamily="34" charset="0"/>
                <a:ea typeface="Calibri" pitchFamily="34" charset="-122"/>
                <a:cs typeface="Calibri" pitchFamily="34" charset="-120"/>
              </a:rPr>
              <a:t>Это —</a:t>
            </a:r>
            <a:endParaRPr lang="en-US" sz="2200" dirty="0"/>
          </a:p>
        </p:txBody>
      </p:sp>
      <p:sp>
        <p:nvSpPr>
          <p:cNvPr id="6" name="Text 4"/>
          <p:cNvSpPr txBox="1"/>
          <p:nvPr/>
        </p:nvSpPr>
        <p:spPr>
          <a:xfrm>
            <a:off x="4434840" y="1920240"/>
            <a:ext cx="4206240" cy="12801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400" b="1" dirty="0">
                <a:solidFill>
                  <a:srgbClr val="EBB021"/>
                </a:solidFill>
                <a:latin typeface="Cambria" pitchFamily="34" charset="0"/>
                <a:ea typeface="Cambria" pitchFamily="34" charset="-122"/>
                <a:cs typeface="Cambria" pitchFamily="34" charset="-120"/>
              </a:rPr>
              <a:t>Фамилия Имя Отчество</a:t>
            </a:r>
            <a:endParaRPr lang="en-US" sz="3400" dirty="0"/>
          </a:p>
        </p:txBody>
      </p:sp>
      <p:sp>
        <p:nvSpPr>
          <p:cNvPr id="7" name="Text 5"/>
          <p:cNvSpPr txBox="1"/>
          <p:nvPr/>
        </p:nvSpPr>
        <p:spPr>
          <a:xfrm>
            <a:off x="4434840" y="3246120"/>
            <a:ext cx="4206240" cy="411480"/>
          </a:xfrm>
          <a:prstGeom prst="rect">
            <a:avLst/>
          </a:prstGeom>
          <a:noFill/>
          <a:ln/>
        </p:spPr>
        <p:txBody>
          <a:bodyPr wrap="square" lIns="0" tIns="0" rIns="0" bIns="0" rtlCol="0" anchor="ctr"/>
          <a:lstStyle/>
          <a:p>
            <a:pPr indent="0" marL="0">
              <a:buNone/>
            </a:pPr>
            <a:r>
              <a:rPr lang="en-US" sz="1500" i="1" dirty="0">
                <a:solidFill>
                  <a:srgbClr val="FFF3E0"/>
                </a:solidFill>
                <a:latin typeface="Calibri" pitchFamily="34" charset="0"/>
                <a:ea typeface="Calibri" pitchFamily="34" charset="-122"/>
                <a:cs typeface="Calibri" pitchFamily="34" charset="-120"/>
              </a:rPr>
              <a:t>воспитатель · класс или группа</a:t>
            </a:r>
            <a:endParaRPr lang="en-US" sz="1500" dirty="0"/>
          </a:p>
        </p:txBody>
      </p:sp>
      <p:pic>
        <p:nvPicPr>
          <p:cNvPr id="8" name="Image 0" descr="/tmp/claude-0/-home-user-heinrich-mario/e7688653-8e48-5480-a009-7b18c0e4f8cc/scratchpad/art/leaf_gold.png">    </p:cNvPr>
          <p:cNvPicPr>
            <a:picLocks noChangeAspect="1"/>
          </p:cNvPicPr>
          <p:nvPr/>
        </p:nvPicPr>
        <p:blipFill>
          <a:blip r:embed="rId1"/>
          <a:stretch>
            <a:fillRect/>
          </a:stretch>
        </p:blipFill>
        <p:spPr>
          <a:xfrm>
            <a:off x="7863840" y="3977640"/>
            <a:ext cx="868680" cy="868680"/>
          </a:xfrm>
          <a:prstGeom prst="rect">
            <a:avLst/>
          </a:prstGeom>
        </p:spPr>
      </p:pic>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4480560" y="4069080"/>
            <a:ext cx="685800" cy="685800"/>
          </a:xfrm>
          <a:prstGeom prst="rect">
            <a:avLst/>
          </a:prstGeom>
        </p:spPr>
      </p:pic>
      <p:sp>
        <p:nvSpPr>
          <p:cNvPr id="11" name="Text 0"/>
          <p:cNvSpPr/>
          <p:nvPr>
            <p:ph type="pic" idx="100" hasCustomPrompt="1"/>
          </p:nvPr>
        </p:nvSpPr>
        <p:spPr>
          <a:xfrm>
            <a:off x="676656" y="1024128"/>
            <a:ext cx="3127248" cy="3255264"/>
          </a:xfrm>
          <a:prstGeom prst="rect">
            <a:avLst/>
          </a:prstGeom>
          <a:noFill/>
          <a:ln/>
        </p:spPr>
        <p:txBody>
          <a:bodyPr wrap="square" rtlCol="0"/>
          <a:lstStyle/>
          <a:p>
            <a:pPr indent="0" marL="0">
              <a:buNone/>
            </a:pP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1 · УЗНАЙ КОЛЛЕГУ ПО ФОТО</a:t>
            </a:r>
            <a:endParaRPr lang="en-US" sz="1100" dirty="0"/>
          </a:p>
        </p:txBody>
      </p:sp>
      <p:sp>
        <p:nvSpPr>
          <p:cNvPr id="3" name="Shape 1"/>
          <p:cNvSpPr/>
          <p:nvPr/>
        </p:nvSpPr>
        <p:spPr>
          <a:xfrm>
            <a:off x="548640" y="731520"/>
            <a:ext cx="4572000" cy="3977640"/>
          </a:xfrm>
          <a:prstGeom prst="roundRect">
            <a:avLst>
              <a:gd name="adj" fmla="val 2299"/>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Shape 2"/>
          <p:cNvSpPr/>
          <p:nvPr/>
        </p:nvSpPr>
        <p:spPr>
          <a:xfrm>
            <a:off x="6355080" y="9144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pic>
        <p:nvPicPr>
          <p:cNvPr id="5" name="Image 0" descr="/tmp/claude-0/-home-user-heinrich-mario/e7688653-8e48-5480-a009-7b18c0e4f8cc/scratchpad/art/qmark.png">    </p:cNvPr>
          <p:cNvPicPr>
            <a:picLocks noChangeAspect="1"/>
          </p:cNvPicPr>
          <p:nvPr/>
        </p:nvPicPr>
        <p:blipFill>
          <a:blip r:embed="rId1"/>
          <a:stretch>
            <a:fillRect/>
          </a:stretch>
        </p:blipFill>
        <p:spPr>
          <a:xfrm>
            <a:off x="6629400" y="1188720"/>
            <a:ext cx="1005840" cy="1005840"/>
          </a:xfrm>
          <a:prstGeom prst="rect">
            <a:avLst/>
          </a:prstGeom>
        </p:spPr>
      </p:pic>
      <p:sp>
        <p:nvSpPr>
          <p:cNvPr id="6" name="Text 3"/>
          <p:cNvSpPr txBox="1"/>
          <p:nvPr/>
        </p:nvSpPr>
        <p:spPr>
          <a:xfrm>
            <a:off x="5486400" y="2697480"/>
            <a:ext cx="3291840" cy="365760"/>
          </a:xfrm>
          <a:prstGeom prst="rect">
            <a:avLst/>
          </a:prstGeom>
          <a:noFill/>
          <a:ln/>
        </p:spPr>
        <p:txBody>
          <a:bodyPr wrap="square" lIns="0" tIns="0" rIns="0" bIns="0" rtlCol="0" anchor="ctr"/>
          <a:lstStyle/>
          <a:p>
            <a:pPr algn="ctr" indent="0" marL="0">
              <a:buNone/>
            </a:pPr>
            <a:r>
              <a:rPr lang="en-US" sz="1500" b="1" spc="100" kern="0" dirty="0">
                <a:solidFill>
                  <a:srgbClr val="B5451B"/>
                </a:solidFill>
                <a:latin typeface="Calibri" pitchFamily="34" charset="0"/>
                <a:ea typeface="Calibri" pitchFamily="34" charset="-122"/>
                <a:cs typeface="Calibri" pitchFamily="34" charset="-120"/>
              </a:rPr>
              <a:t>Фото № 6</a:t>
            </a:r>
            <a:endParaRPr lang="en-US" sz="1500" dirty="0"/>
          </a:p>
        </p:txBody>
      </p:sp>
      <p:sp>
        <p:nvSpPr>
          <p:cNvPr id="7" name="Text 4"/>
          <p:cNvSpPr txBox="1"/>
          <p:nvPr/>
        </p:nvSpPr>
        <p:spPr>
          <a:xfrm>
            <a:off x="5486400" y="3063240"/>
            <a:ext cx="3291840" cy="685800"/>
          </a:xfrm>
          <a:prstGeom prst="rect">
            <a:avLst/>
          </a:prstGeom>
          <a:noFill/>
          <a:ln/>
        </p:spPr>
        <p:txBody>
          <a:bodyPr wrap="square" lIns="0" tIns="0" rIns="0" bIns="0" rtlCol="0" anchor="ctr"/>
          <a:lstStyle/>
          <a:p>
            <a:pPr algn="ctr" indent="0" marL="0">
              <a:buNone/>
            </a:pPr>
            <a:r>
              <a:rPr lang="en-US" sz="3600" b="1" dirty="0">
                <a:solidFill>
                  <a:srgbClr val="3A150A"/>
                </a:solidFill>
                <a:latin typeface="Cambria" pitchFamily="34" charset="0"/>
                <a:ea typeface="Cambria" pitchFamily="34" charset="-122"/>
                <a:cs typeface="Cambria" pitchFamily="34" charset="-120"/>
              </a:rPr>
              <a:t>Кто это?</a:t>
            </a:r>
            <a:endParaRPr lang="en-US" sz="3600" dirty="0"/>
          </a:p>
        </p:txBody>
      </p:sp>
      <p:sp>
        <p:nvSpPr>
          <p:cNvPr id="8" name="Text 5"/>
          <p:cNvSpPr txBox="1"/>
          <p:nvPr/>
        </p:nvSpPr>
        <p:spPr>
          <a:xfrm>
            <a:off x="5486400" y="3749040"/>
            <a:ext cx="3291840" cy="411480"/>
          </a:xfrm>
          <a:prstGeom prst="rect">
            <a:avLst/>
          </a:prstGeom>
          <a:noFill/>
          <a:ln/>
        </p:spPr>
        <p:txBody>
          <a:bodyPr wrap="square" lIns="0" tIns="0" rIns="0" bIns="0" rtlCol="0" anchor="t"/>
          <a:lstStyle/>
          <a:p>
            <a:pPr algn="ctr" indent="0" marL="0">
              <a:buNone/>
            </a:pPr>
            <a:r>
              <a:rPr lang="en-US" sz="1400" dirty="0">
                <a:solidFill>
                  <a:srgbClr val="8A6A55"/>
                </a:solidFill>
                <a:latin typeface="Calibri" pitchFamily="34" charset="0"/>
                <a:ea typeface="Calibri" pitchFamily="34" charset="-122"/>
                <a:cs typeface="Calibri" pitchFamily="34" charset="-120"/>
              </a:rPr>
              <a:t>Узнали? Назовите имя коллеги!</a:t>
            </a:r>
            <a:endParaRPr lang="en-US" sz="1400" dirty="0"/>
          </a:p>
        </p:txBody>
      </p:sp>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8001000" y="4160520"/>
            <a:ext cx="777240" cy="777240"/>
          </a:xfrm>
          <a:prstGeom prst="rect">
            <a:avLst/>
          </a:prstGeom>
        </p:spPr>
      </p:pic>
      <p:pic>
        <p:nvPicPr>
          <p:cNvPr id="10" name="Image 2" descr="/tmp/claude-0/-home-user-heinrich-mario/e7688653-8e48-5480-a009-7b18c0e4f8cc/scratchpad/art/leaf_red.png">    </p:cNvPr>
          <p:cNvPicPr>
            <a:picLocks noChangeAspect="1"/>
          </p:cNvPicPr>
          <p:nvPr/>
        </p:nvPicPr>
        <p:blipFill>
          <a:blip r:embed="rId3"/>
          <a:stretch>
            <a:fillRect/>
          </a:stretch>
        </p:blipFill>
        <p:spPr>
          <a:xfrm>
            <a:off x="5623560" y="4251960"/>
            <a:ext cx="640080" cy="640080"/>
          </a:xfrm>
          <a:prstGeom prst="rect">
            <a:avLst/>
          </a:prstGeom>
        </p:spPr>
      </p:pic>
      <p:sp>
        <p:nvSpPr>
          <p:cNvPr id="12" name="Text 0"/>
          <p:cNvSpPr/>
          <p:nvPr>
            <p:ph type="pic" idx="100" hasCustomPrompt="1"/>
          </p:nvPr>
        </p:nvSpPr>
        <p:spPr>
          <a:xfrm>
            <a:off x="694944" y="877824"/>
            <a:ext cx="4279392" cy="3685032"/>
          </a:xfrm>
          <a:prstGeom prst="rect">
            <a:avLst/>
          </a:prstGeom>
          <a:noFill/>
          <a:ln/>
        </p:spPr>
        <p:txBody>
          <a:bodyPr wrap="square" rtlCol="0"/>
          <a:lstStyle/>
          <a:p>
            <a:pPr indent="0" marL="0">
              <a:buNone/>
            </a:pP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1 · ОТВЕТ</a:t>
            </a:r>
            <a:endParaRPr lang="en-US" sz="1100" dirty="0"/>
          </a:p>
        </p:txBody>
      </p:sp>
      <p:sp>
        <p:nvSpPr>
          <p:cNvPr id="3" name="Shape 1"/>
          <p:cNvSpPr/>
          <p:nvPr/>
        </p:nvSpPr>
        <p:spPr>
          <a:xfrm>
            <a:off x="548640" y="896112"/>
            <a:ext cx="3383280" cy="3520440"/>
          </a:xfrm>
          <a:prstGeom prst="roundRect">
            <a:avLst>
              <a:gd name="adj" fmla="val 2703"/>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Text 2"/>
          <p:cNvSpPr txBox="1"/>
          <p:nvPr/>
        </p:nvSpPr>
        <p:spPr>
          <a:xfrm>
            <a:off x="4434840" y="1051560"/>
            <a:ext cx="4206240" cy="365760"/>
          </a:xfrm>
          <a:prstGeom prst="rect">
            <a:avLst/>
          </a:prstGeom>
          <a:noFill/>
          <a:ln/>
        </p:spPr>
        <p:txBody>
          <a:bodyPr wrap="square" lIns="0" tIns="0" rIns="0" bIns="0" rtlCol="0" anchor="ctr"/>
          <a:lstStyle/>
          <a:p>
            <a:pPr indent="0" marL="0">
              <a:buNone/>
            </a:pPr>
            <a:r>
              <a:rPr lang="en-US" sz="1500" b="1" spc="100" kern="0" dirty="0">
                <a:solidFill>
                  <a:srgbClr val="EBB021"/>
                </a:solidFill>
                <a:latin typeface="Calibri" pitchFamily="34" charset="0"/>
                <a:ea typeface="Calibri" pitchFamily="34" charset="-122"/>
                <a:cs typeface="Calibri" pitchFamily="34" charset="-120"/>
              </a:rPr>
              <a:t>Фото № 6</a:t>
            </a:r>
            <a:endParaRPr lang="en-US" sz="1500" dirty="0"/>
          </a:p>
        </p:txBody>
      </p:sp>
      <p:sp>
        <p:nvSpPr>
          <p:cNvPr id="5" name="Text 3"/>
          <p:cNvSpPr txBox="1"/>
          <p:nvPr/>
        </p:nvSpPr>
        <p:spPr>
          <a:xfrm>
            <a:off x="4434840" y="1463040"/>
            <a:ext cx="4206240" cy="457200"/>
          </a:xfrm>
          <a:prstGeom prst="rect">
            <a:avLst/>
          </a:prstGeom>
          <a:noFill/>
          <a:ln/>
        </p:spPr>
        <p:txBody>
          <a:bodyPr wrap="square" lIns="0" tIns="0" rIns="0" bIns="0" rtlCol="0" anchor="ctr"/>
          <a:lstStyle/>
          <a:p>
            <a:pPr indent="0" marL="0">
              <a:buNone/>
            </a:pPr>
            <a:r>
              <a:rPr lang="en-US" sz="2200" dirty="0">
                <a:solidFill>
                  <a:srgbClr val="FFF3E0"/>
                </a:solidFill>
                <a:latin typeface="Calibri" pitchFamily="34" charset="0"/>
                <a:ea typeface="Calibri" pitchFamily="34" charset="-122"/>
                <a:cs typeface="Calibri" pitchFamily="34" charset="-120"/>
              </a:rPr>
              <a:t>Это —</a:t>
            </a:r>
            <a:endParaRPr lang="en-US" sz="2200" dirty="0"/>
          </a:p>
        </p:txBody>
      </p:sp>
      <p:sp>
        <p:nvSpPr>
          <p:cNvPr id="6" name="Text 4"/>
          <p:cNvSpPr txBox="1"/>
          <p:nvPr/>
        </p:nvSpPr>
        <p:spPr>
          <a:xfrm>
            <a:off x="4434840" y="1920240"/>
            <a:ext cx="4206240" cy="12801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400" b="1" dirty="0">
                <a:solidFill>
                  <a:srgbClr val="EBB021"/>
                </a:solidFill>
                <a:latin typeface="Cambria" pitchFamily="34" charset="0"/>
                <a:ea typeface="Cambria" pitchFamily="34" charset="-122"/>
                <a:cs typeface="Cambria" pitchFamily="34" charset="-120"/>
              </a:rPr>
              <a:t>Фамилия Имя Отчество</a:t>
            </a:r>
            <a:endParaRPr lang="en-US" sz="3400" dirty="0"/>
          </a:p>
        </p:txBody>
      </p:sp>
      <p:sp>
        <p:nvSpPr>
          <p:cNvPr id="7" name="Text 5"/>
          <p:cNvSpPr txBox="1"/>
          <p:nvPr/>
        </p:nvSpPr>
        <p:spPr>
          <a:xfrm>
            <a:off x="4434840" y="3246120"/>
            <a:ext cx="4206240" cy="411480"/>
          </a:xfrm>
          <a:prstGeom prst="rect">
            <a:avLst/>
          </a:prstGeom>
          <a:noFill/>
          <a:ln/>
        </p:spPr>
        <p:txBody>
          <a:bodyPr wrap="square" lIns="0" tIns="0" rIns="0" bIns="0" rtlCol="0" anchor="ctr"/>
          <a:lstStyle/>
          <a:p>
            <a:pPr indent="0" marL="0">
              <a:buNone/>
            </a:pPr>
            <a:r>
              <a:rPr lang="en-US" sz="1500" i="1" dirty="0">
                <a:solidFill>
                  <a:srgbClr val="FFF3E0"/>
                </a:solidFill>
                <a:latin typeface="Calibri" pitchFamily="34" charset="0"/>
                <a:ea typeface="Calibri" pitchFamily="34" charset="-122"/>
                <a:cs typeface="Calibri" pitchFamily="34" charset="-120"/>
              </a:rPr>
              <a:t>воспитатель · класс или группа</a:t>
            </a:r>
            <a:endParaRPr lang="en-US" sz="1500" dirty="0"/>
          </a:p>
        </p:txBody>
      </p:sp>
      <p:pic>
        <p:nvPicPr>
          <p:cNvPr id="8" name="Image 0" descr="/tmp/claude-0/-home-user-heinrich-mario/e7688653-8e48-5480-a009-7b18c0e4f8cc/scratchpad/art/leaf_gold.png">    </p:cNvPr>
          <p:cNvPicPr>
            <a:picLocks noChangeAspect="1"/>
          </p:cNvPicPr>
          <p:nvPr/>
        </p:nvPicPr>
        <p:blipFill>
          <a:blip r:embed="rId1"/>
          <a:stretch>
            <a:fillRect/>
          </a:stretch>
        </p:blipFill>
        <p:spPr>
          <a:xfrm>
            <a:off x="7863840" y="3977640"/>
            <a:ext cx="868680" cy="868680"/>
          </a:xfrm>
          <a:prstGeom prst="rect">
            <a:avLst/>
          </a:prstGeom>
        </p:spPr>
      </p:pic>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4480560" y="4069080"/>
            <a:ext cx="685800" cy="685800"/>
          </a:xfrm>
          <a:prstGeom prst="rect">
            <a:avLst/>
          </a:prstGeom>
        </p:spPr>
      </p:pic>
      <p:sp>
        <p:nvSpPr>
          <p:cNvPr id="11" name="Text 0"/>
          <p:cNvSpPr/>
          <p:nvPr>
            <p:ph type="pic" idx="100" hasCustomPrompt="1"/>
          </p:nvPr>
        </p:nvSpPr>
        <p:spPr>
          <a:xfrm>
            <a:off x="676656" y="1024128"/>
            <a:ext cx="3127248" cy="3255264"/>
          </a:xfrm>
          <a:prstGeom prst="rect">
            <a:avLst/>
          </a:prstGeom>
          <a:noFill/>
          <a:ln/>
        </p:spPr>
        <p:txBody>
          <a:bodyPr wrap="square" rtlCol="0"/>
          <a:lstStyle/>
          <a:p>
            <a:pPr indent="0" marL="0">
              <a:buNone/>
            </a:pP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1 · УЗНАЙ КОЛЛЕГУ ПО ФОТО</a:t>
            </a:r>
            <a:endParaRPr lang="en-US" sz="1100" dirty="0"/>
          </a:p>
        </p:txBody>
      </p:sp>
      <p:sp>
        <p:nvSpPr>
          <p:cNvPr id="3" name="Shape 1"/>
          <p:cNvSpPr/>
          <p:nvPr/>
        </p:nvSpPr>
        <p:spPr>
          <a:xfrm>
            <a:off x="548640" y="731520"/>
            <a:ext cx="4572000" cy="3977640"/>
          </a:xfrm>
          <a:prstGeom prst="roundRect">
            <a:avLst>
              <a:gd name="adj" fmla="val 2299"/>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Shape 2"/>
          <p:cNvSpPr/>
          <p:nvPr/>
        </p:nvSpPr>
        <p:spPr>
          <a:xfrm>
            <a:off x="6355080" y="9144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pic>
        <p:nvPicPr>
          <p:cNvPr id="5" name="Image 0" descr="/tmp/claude-0/-home-user-heinrich-mario/e7688653-8e48-5480-a009-7b18c0e4f8cc/scratchpad/art/qmark.png">    </p:cNvPr>
          <p:cNvPicPr>
            <a:picLocks noChangeAspect="1"/>
          </p:cNvPicPr>
          <p:nvPr/>
        </p:nvPicPr>
        <p:blipFill>
          <a:blip r:embed="rId1"/>
          <a:stretch>
            <a:fillRect/>
          </a:stretch>
        </p:blipFill>
        <p:spPr>
          <a:xfrm>
            <a:off x="6629400" y="1188720"/>
            <a:ext cx="1005840" cy="1005840"/>
          </a:xfrm>
          <a:prstGeom prst="rect">
            <a:avLst/>
          </a:prstGeom>
        </p:spPr>
      </p:pic>
      <p:sp>
        <p:nvSpPr>
          <p:cNvPr id="6" name="Text 3"/>
          <p:cNvSpPr txBox="1"/>
          <p:nvPr/>
        </p:nvSpPr>
        <p:spPr>
          <a:xfrm>
            <a:off x="5486400" y="2697480"/>
            <a:ext cx="3291840" cy="365760"/>
          </a:xfrm>
          <a:prstGeom prst="rect">
            <a:avLst/>
          </a:prstGeom>
          <a:noFill/>
          <a:ln/>
        </p:spPr>
        <p:txBody>
          <a:bodyPr wrap="square" lIns="0" tIns="0" rIns="0" bIns="0" rtlCol="0" anchor="ctr"/>
          <a:lstStyle/>
          <a:p>
            <a:pPr algn="ctr" indent="0" marL="0">
              <a:buNone/>
            </a:pPr>
            <a:r>
              <a:rPr lang="en-US" sz="1500" b="1" spc="100" kern="0" dirty="0">
                <a:solidFill>
                  <a:srgbClr val="B5451B"/>
                </a:solidFill>
                <a:latin typeface="Calibri" pitchFamily="34" charset="0"/>
                <a:ea typeface="Calibri" pitchFamily="34" charset="-122"/>
                <a:cs typeface="Calibri" pitchFamily="34" charset="-120"/>
              </a:rPr>
              <a:t>Фото № 7</a:t>
            </a:r>
            <a:endParaRPr lang="en-US" sz="1500" dirty="0"/>
          </a:p>
        </p:txBody>
      </p:sp>
      <p:sp>
        <p:nvSpPr>
          <p:cNvPr id="7" name="Text 4"/>
          <p:cNvSpPr txBox="1"/>
          <p:nvPr/>
        </p:nvSpPr>
        <p:spPr>
          <a:xfrm>
            <a:off x="5486400" y="3063240"/>
            <a:ext cx="3291840" cy="685800"/>
          </a:xfrm>
          <a:prstGeom prst="rect">
            <a:avLst/>
          </a:prstGeom>
          <a:noFill/>
          <a:ln/>
        </p:spPr>
        <p:txBody>
          <a:bodyPr wrap="square" lIns="0" tIns="0" rIns="0" bIns="0" rtlCol="0" anchor="ctr"/>
          <a:lstStyle/>
          <a:p>
            <a:pPr algn="ctr" indent="0" marL="0">
              <a:buNone/>
            </a:pPr>
            <a:r>
              <a:rPr lang="en-US" sz="3600" b="1" dirty="0">
                <a:solidFill>
                  <a:srgbClr val="3A150A"/>
                </a:solidFill>
                <a:latin typeface="Cambria" pitchFamily="34" charset="0"/>
                <a:ea typeface="Cambria" pitchFamily="34" charset="-122"/>
                <a:cs typeface="Cambria" pitchFamily="34" charset="-120"/>
              </a:rPr>
              <a:t>Кто это?</a:t>
            </a:r>
            <a:endParaRPr lang="en-US" sz="3600" dirty="0"/>
          </a:p>
        </p:txBody>
      </p:sp>
      <p:sp>
        <p:nvSpPr>
          <p:cNvPr id="8" name="Text 5"/>
          <p:cNvSpPr txBox="1"/>
          <p:nvPr/>
        </p:nvSpPr>
        <p:spPr>
          <a:xfrm>
            <a:off x="5486400" y="3749040"/>
            <a:ext cx="3291840" cy="411480"/>
          </a:xfrm>
          <a:prstGeom prst="rect">
            <a:avLst/>
          </a:prstGeom>
          <a:noFill/>
          <a:ln/>
        </p:spPr>
        <p:txBody>
          <a:bodyPr wrap="square" lIns="0" tIns="0" rIns="0" bIns="0" rtlCol="0" anchor="t"/>
          <a:lstStyle/>
          <a:p>
            <a:pPr algn="ctr" indent="0" marL="0">
              <a:buNone/>
            </a:pPr>
            <a:r>
              <a:rPr lang="en-US" sz="1400" dirty="0">
                <a:solidFill>
                  <a:srgbClr val="8A6A55"/>
                </a:solidFill>
                <a:latin typeface="Calibri" pitchFamily="34" charset="0"/>
                <a:ea typeface="Calibri" pitchFamily="34" charset="-122"/>
                <a:cs typeface="Calibri" pitchFamily="34" charset="-120"/>
              </a:rPr>
              <a:t>Узнали? Назовите имя коллеги!</a:t>
            </a:r>
            <a:endParaRPr lang="en-US" sz="1400" dirty="0"/>
          </a:p>
        </p:txBody>
      </p:sp>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8001000" y="4160520"/>
            <a:ext cx="777240" cy="777240"/>
          </a:xfrm>
          <a:prstGeom prst="rect">
            <a:avLst/>
          </a:prstGeom>
        </p:spPr>
      </p:pic>
      <p:pic>
        <p:nvPicPr>
          <p:cNvPr id="10" name="Image 2" descr="/tmp/claude-0/-home-user-heinrich-mario/e7688653-8e48-5480-a009-7b18c0e4f8cc/scratchpad/art/leaf_red.png">    </p:cNvPr>
          <p:cNvPicPr>
            <a:picLocks noChangeAspect="1"/>
          </p:cNvPicPr>
          <p:nvPr/>
        </p:nvPicPr>
        <p:blipFill>
          <a:blip r:embed="rId3"/>
          <a:stretch>
            <a:fillRect/>
          </a:stretch>
        </p:blipFill>
        <p:spPr>
          <a:xfrm>
            <a:off x="5623560" y="4251960"/>
            <a:ext cx="640080" cy="640080"/>
          </a:xfrm>
          <a:prstGeom prst="rect">
            <a:avLst/>
          </a:prstGeom>
        </p:spPr>
      </p:pic>
      <p:sp>
        <p:nvSpPr>
          <p:cNvPr id="12" name="Text 0"/>
          <p:cNvSpPr/>
          <p:nvPr>
            <p:ph type="pic" idx="100" hasCustomPrompt="1"/>
          </p:nvPr>
        </p:nvSpPr>
        <p:spPr>
          <a:xfrm>
            <a:off x="694944" y="877824"/>
            <a:ext cx="4279392" cy="3685032"/>
          </a:xfrm>
          <a:prstGeom prst="rect">
            <a:avLst/>
          </a:prstGeom>
          <a:noFill/>
          <a:ln/>
        </p:spPr>
        <p:txBody>
          <a:bodyPr wrap="square" rtlCol="0"/>
          <a:lstStyle/>
          <a:p>
            <a:pPr indent="0" marL="0">
              <a:buNone/>
            </a:pP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1 · ОТВЕТ</a:t>
            </a:r>
            <a:endParaRPr lang="en-US" sz="1100" dirty="0"/>
          </a:p>
        </p:txBody>
      </p:sp>
      <p:sp>
        <p:nvSpPr>
          <p:cNvPr id="3" name="Shape 1"/>
          <p:cNvSpPr/>
          <p:nvPr/>
        </p:nvSpPr>
        <p:spPr>
          <a:xfrm>
            <a:off x="548640" y="896112"/>
            <a:ext cx="3383280" cy="3520440"/>
          </a:xfrm>
          <a:prstGeom prst="roundRect">
            <a:avLst>
              <a:gd name="adj" fmla="val 2703"/>
            </a:avLst>
          </a:prstGeom>
          <a:solidFill>
            <a:srgbClr val="FFFFFF"/>
          </a:solidFill>
          <a:ln w="38100">
            <a:solidFill>
              <a:srgbClr val="EBB021"/>
            </a:solidFill>
            <a:prstDash val="solid"/>
          </a:ln>
          <a:effectLst>
            <a:outerShdw sx="100000" sy="100000" kx="0" ky="0" algn="bl" rotWithShape="0" blurRad="76200" dist="25400" dir="5400000">
              <a:srgbClr val="000000">
                <a:alpha val="25000"/>
              </a:srgbClr>
            </a:outerShdw>
          </a:effectLst>
        </p:spPr>
      </p:sp>
      <p:sp>
        <p:nvSpPr>
          <p:cNvPr id="4" name="Text 2"/>
          <p:cNvSpPr txBox="1"/>
          <p:nvPr/>
        </p:nvSpPr>
        <p:spPr>
          <a:xfrm>
            <a:off x="4434840" y="1051560"/>
            <a:ext cx="4206240" cy="365760"/>
          </a:xfrm>
          <a:prstGeom prst="rect">
            <a:avLst/>
          </a:prstGeom>
          <a:noFill/>
          <a:ln/>
        </p:spPr>
        <p:txBody>
          <a:bodyPr wrap="square" lIns="0" tIns="0" rIns="0" bIns="0" rtlCol="0" anchor="ctr"/>
          <a:lstStyle/>
          <a:p>
            <a:pPr indent="0" marL="0">
              <a:buNone/>
            </a:pPr>
            <a:r>
              <a:rPr lang="en-US" sz="1500" b="1" spc="100" kern="0" dirty="0">
                <a:solidFill>
                  <a:srgbClr val="EBB021"/>
                </a:solidFill>
                <a:latin typeface="Calibri" pitchFamily="34" charset="0"/>
                <a:ea typeface="Calibri" pitchFamily="34" charset="-122"/>
                <a:cs typeface="Calibri" pitchFamily="34" charset="-120"/>
              </a:rPr>
              <a:t>Фото № 7</a:t>
            </a:r>
            <a:endParaRPr lang="en-US" sz="1500" dirty="0"/>
          </a:p>
        </p:txBody>
      </p:sp>
      <p:sp>
        <p:nvSpPr>
          <p:cNvPr id="5" name="Text 3"/>
          <p:cNvSpPr txBox="1"/>
          <p:nvPr/>
        </p:nvSpPr>
        <p:spPr>
          <a:xfrm>
            <a:off x="4434840" y="1463040"/>
            <a:ext cx="4206240" cy="457200"/>
          </a:xfrm>
          <a:prstGeom prst="rect">
            <a:avLst/>
          </a:prstGeom>
          <a:noFill/>
          <a:ln/>
        </p:spPr>
        <p:txBody>
          <a:bodyPr wrap="square" lIns="0" tIns="0" rIns="0" bIns="0" rtlCol="0" anchor="ctr"/>
          <a:lstStyle/>
          <a:p>
            <a:pPr indent="0" marL="0">
              <a:buNone/>
            </a:pPr>
            <a:r>
              <a:rPr lang="en-US" sz="2200" dirty="0">
                <a:solidFill>
                  <a:srgbClr val="FFF3E0"/>
                </a:solidFill>
                <a:latin typeface="Calibri" pitchFamily="34" charset="0"/>
                <a:ea typeface="Calibri" pitchFamily="34" charset="-122"/>
                <a:cs typeface="Calibri" pitchFamily="34" charset="-120"/>
              </a:rPr>
              <a:t>Это —</a:t>
            </a:r>
            <a:endParaRPr lang="en-US" sz="2200" dirty="0"/>
          </a:p>
        </p:txBody>
      </p:sp>
      <p:sp>
        <p:nvSpPr>
          <p:cNvPr id="6" name="Text 4"/>
          <p:cNvSpPr txBox="1"/>
          <p:nvPr/>
        </p:nvSpPr>
        <p:spPr>
          <a:xfrm>
            <a:off x="4434840" y="1920240"/>
            <a:ext cx="4206240" cy="12801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400" b="1" dirty="0">
                <a:solidFill>
                  <a:srgbClr val="EBB021"/>
                </a:solidFill>
                <a:latin typeface="Cambria" pitchFamily="34" charset="0"/>
                <a:ea typeface="Cambria" pitchFamily="34" charset="-122"/>
                <a:cs typeface="Cambria" pitchFamily="34" charset="-120"/>
              </a:rPr>
              <a:t>Фамилия Имя Отчество</a:t>
            </a:r>
            <a:endParaRPr lang="en-US" sz="3400" dirty="0"/>
          </a:p>
        </p:txBody>
      </p:sp>
      <p:sp>
        <p:nvSpPr>
          <p:cNvPr id="7" name="Text 5"/>
          <p:cNvSpPr txBox="1"/>
          <p:nvPr/>
        </p:nvSpPr>
        <p:spPr>
          <a:xfrm>
            <a:off x="4434840" y="3246120"/>
            <a:ext cx="4206240" cy="411480"/>
          </a:xfrm>
          <a:prstGeom prst="rect">
            <a:avLst/>
          </a:prstGeom>
          <a:noFill/>
          <a:ln/>
        </p:spPr>
        <p:txBody>
          <a:bodyPr wrap="square" lIns="0" tIns="0" rIns="0" bIns="0" rtlCol="0" anchor="ctr"/>
          <a:lstStyle/>
          <a:p>
            <a:pPr indent="0" marL="0">
              <a:buNone/>
            </a:pPr>
            <a:r>
              <a:rPr lang="en-US" sz="1500" i="1" dirty="0">
                <a:solidFill>
                  <a:srgbClr val="FFF3E0"/>
                </a:solidFill>
                <a:latin typeface="Calibri" pitchFamily="34" charset="0"/>
                <a:ea typeface="Calibri" pitchFamily="34" charset="-122"/>
                <a:cs typeface="Calibri" pitchFamily="34" charset="-120"/>
              </a:rPr>
              <a:t>воспитатель · класс или группа</a:t>
            </a:r>
            <a:endParaRPr lang="en-US" sz="1500" dirty="0"/>
          </a:p>
        </p:txBody>
      </p:sp>
      <p:pic>
        <p:nvPicPr>
          <p:cNvPr id="8" name="Image 0" descr="/tmp/claude-0/-home-user-heinrich-mario/e7688653-8e48-5480-a009-7b18c0e4f8cc/scratchpad/art/leaf_gold.png">    </p:cNvPr>
          <p:cNvPicPr>
            <a:picLocks noChangeAspect="1"/>
          </p:cNvPicPr>
          <p:nvPr/>
        </p:nvPicPr>
        <p:blipFill>
          <a:blip r:embed="rId1"/>
          <a:stretch>
            <a:fillRect/>
          </a:stretch>
        </p:blipFill>
        <p:spPr>
          <a:xfrm>
            <a:off x="7863840" y="3977640"/>
            <a:ext cx="868680" cy="868680"/>
          </a:xfrm>
          <a:prstGeom prst="rect">
            <a:avLst/>
          </a:prstGeom>
        </p:spPr>
      </p:pic>
      <p:pic>
        <p:nvPicPr>
          <p:cNvPr id="9" name="Image 1" descr="/tmp/claude-0/-home-user-heinrich-mario/e7688653-8e48-5480-a009-7b18c0e4f8cc/scratchpad/art/leaf_orange.png">    </p:cNvPr>
          <p:cNvPicPr>
            <a:picLocks noChangeAspect="1"/>
          </p:cNvPicPr>
          <p:nvPr/>
        </p:nvPicPr>
        <p:blipFill>
          <a:blip r:embed="rId2"/>
          <a:stretch>
            <a:fillRect/>
          </a:stretch>
        </p:blipFill>
        <p:spPr>
          <a:xfrm>
            <a:off x="4480560" y="4069080"/>
            <a:ext cx="685800" cy="685800"/>
          </a:xfrm>
          <a:prstGeom prst="rect">
            <a:avLst/>
          </a:prstGeom>
        </p:spPr>
      </p:pic>
      <p:sp>
        <p:nvSpPr>
          <p:cNvPr id="11" name="Text 0"/>
          <p:cNvSpPr/>
          <p:nvPr>
            <p:ph type="pic" idx="100" hasCustomPrompt="1"/>
          </p:nvPr>
        </p:nvSpPr>
        <p:spPr>
          <a:xfrm>
            <a:off x="676656" y="1024128"/>
            <a:ext cx="3127248" cy="3255264"/>
          </a:xfrm>
          <a:prstGeom prst="rect">
            <a:avLst/>
          </a:prstGeom>
          <a:noFill/>
          <a:ln/>
        </p:spPr>
        <p:txBody>
          <a:bodyPr wrap="square" rtlCol="0"/>
          <a:lstStyle/>
          <a:p>
            <a:pPr indent="0" marL="0">
              <a:buNone/>
            </a:pP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heinrich-mario/e7688653-8e48-5480-a009-7b18c0e4f8cc/scratchpad/img/forest.jp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tmp/claude-0/-home-user-heinrich-mario/e7688653-8e48-5480-a009-7b18c0e4f8cc/scratchpad/art/overlay_flat.png">    </p:cNvPr>
          <p:cNvPicPr>
            <a:picLocks noChangeAspect="1"/>
          </p:cNvPicPr>
          <p:nvPr/>
        </p:nvPicPr>
        <p:blipFill>
          <a:blip r:embed="rId2"/>
          <a:stretch>
            <a:fillRect/>
          </a:stretch>
        </p:blipFill>
        <p:spPr>
          <a:xfrm>
            <a:off x="0" y="0"/>
            <a:ext cx="9144000" cy="5143500"/>
          </a:xfrm>
          <a:prstGeom prst="rect">
            <a:avLst/>
          </a:prstGeom>
        </p:spPr>
      </p:pic>
      <p:sp>
        <p:nvSpPr>
          <p:cNvPr id="4" name="Shape 0"/>
          <p:cNvSpPr/>
          <p:nvPr/>
        </p:nvSpPr>
        <p:spPr>
          <a:xfrm>
            <a:off x="822960" y="16002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5" name="Text 1"/>
          <p:cNvSpPr txBox="1"/>
          <p:nvPr/>
        </p:nvSpPr>
        <p:spPr>
          <a:xfrm>
            <a:off x="822960" y="1600200"/>
            <a:ext cx="1554480" cy="1554480"/>
          </a:xfrm>
          <a:prstGeom prst="rect">
            <a:avLst/>
          </a:prstGeom>
          <a:noFill/>
          <a:ln/>
        </p:spPr>
        <p:txBody>
          <a:bodyPr wrap="square" lIns="0" tIns="0" rIns="0" bIns="0" rtlCol="0" anchor="ctr"/>
          <a:lstStyle/>
          <a:p>
            <a:pPr algn="ctr" indent="0" marL="0">
              <a:buNone/>
            </a:pPr>
            <a:r>
              <a:rPr lang="en-US" sz="5400" b="1" dirty="0">
                <a:solidFill>
                  <a:srgbClr val="3A150A"/>
                </a:solidFill>
                <a:latin typeface="Cambria" pitchFamily="34" charset="0"/>
                <a:ea typeface="Cambria" pitchFamily="34" charset="-122"/>
                <a:cs typeface="Cambria" pitchFamily="34" charset="-120"/>
              </a:rPr>
              <a:t>2</a:t>
            </a:r>
            <a:endParaRPr lang="en-US" sz="5400" dirty="0"/>
          </a:p>
        </p:txBody>
      </p:sp>
      <p:sp>
        <p:nvSpPr>
          <p:cNvPr id="6" name="Text 2"/>
          <p:cNvSpPr txBox="1"/>
          <p:nvPr/>
        </p:nvSpPr>
        <p:spPr>
          <a:xfrm>
            <a:off x="2743200" y="1417320"/>
            <a:ext cx="45720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2</a:t>
            </a:r>
            <a:endParaRPr lang="en-US" sz="1100" dirty="0"/>
          </a:p>
        </p:txBody>
      </p:sp>
      <p:sp>
        <p:nvSpPr>
          <p:cNvPr id="7" name="Text 3"/>
          <p:cNvSpPr txBox="1"/>
          <p:nvPr/>
        </p:nvSpPr>
        <p:spPr>
          <a:xfrm>
            <a:off x="2743200" y="1691640"/>
            <a:ext cx="5943600" cy="118872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Блиц-опрос</a:t>
            </a:r>
            <a:endParaRPr lang="en-US" sz="3600" dirty="0"/>
          </a:p>
        </p:txBody>
      </p:sp>
      <p:sp>
        <p:nvSpPr>
          <p:cNvPr id="8" name="Text 4"/>
          <p:cNvSpPr txBox="1"/>
          <p:nvPr/>
        </p:nvSpPr>
        <p:spPr>
          <a:xfrm>
            <a:off x="2743200" y="3017520"/>
            <a:ext cx="5669280" cy="8229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1600" dirty="0">
                <a:solidFill>
                  <a:srgbClr val="FFF3E0"/>
                </a:solidFill>
                <a:latin typeface="Calibri" pitchFamily="34" charset="0"/>
                <a:ea typeface="Calibri" pitchFamily="34" charset="-122"/>
                <a:cs typeface="Calibri" pitchFamily="34" charset="-120"/>
              </a:rPr>
              <a:t>Быстрые вопросы — быстрые ответы. Отвечает команда, первой поднявшая лист. Думать долго нельзя!</a:t>
            </a:r>
            <a:endParaRPr lang="en-US" sz="1600" dirty="0"/>
          </a:p>
        </p:txBody>
      </p:sp>
      <p:pic>
        <p:nvPicPr>
          <p:cNvPr id="9" name="Image 2" descr="/tmp/claude-0/-home-user-heinrich-mario/e7688653-8e48-5480-a009-7b18c0e4f8cc/scratchpad/art/leaf_orange.png">    </p:cNvPr>
          <p:cNvPicPr>
            <a:picLocks noChangeAspect="1"/>
          </p:cNvPicPr>
          <p:nvPr/>
        </p:nvPicPr>
        <p:blipFill>
          <a:blip r:embed="rId3"/>
          <a:stretch>
            <a:fillRect/>
          </a:stretch>
        </p:blipFill>
        <p:spPr>
          <a:xfrm>
            <a:off x="7818120" y="3840480"/>
            <a:ext cx="1005840" cy="1005840"/>
          </a:xfrm>
          <a:prstGeom prst="rect">
            <a:avLst/>
          </a:prstGeom>
        </p:spPr>
      </p:pic>
      <p:pic>
        <p:nvPicPr>
          <p:cNvPr id="10" name="Image 3" descr="/tmp/claude-0/-home-user-heinrich-mario/e7688653-8e48-5480-a009-7b18c0e4f8cc/scratchpad/art/leaf_red.png">    </p:cNvPr>
          <p:cNvPicPr>
            <a:picLocks noChangeAspect="1"/>
          </p:cNvPicPr>
          <p:nvPr/>
        </p:nvPicPr>
        <p:blipFill>
          <a:blip r:embed="rId4"/>
          <a:stretch>
            <a:fillRect/>
          </a:stretch>
        </p:blipFill>
        <p:spPr>
          <a:xfrm>
            <a:off x="320040" y="3931920"/>
            <a:ext cx="868680" cy="8686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2 · ВОПРОСЫ 1–5</a:t>
            </a:r>
            <a:endParaRPr lang="en-US" sz="1100" dirty="0"/>
          </a:p>
        </p:txBody>
      </p:sp>
      <p:sp>
        <p:nvSpPr>
          <p:cNvPr id="3" name="Text 1"/>
          <p:cNvSpPr txBox="1"/>
          <p:nvPr/>
        </p:nvSpPr>
        <p:spPr>
          <a:xfrm>
            <a:off x="548640" y="566928"/>
            <a:ext cx="5486400" cy="640080"/>
          </a:xfrm>
          <a:prstGeom prst="rect">
            <a:avLst/>
          </a:prstGeom>
          <a:noFill/>
          <a:ln/>
        </p:spPr>
        <p:txBody>
          <a:bodyPr wrap="square" lIns="0" tIns="0" rIns="0" bIns="0" rtlCol="0" anchor="ctr"/>
          <a:lstStyle/>
          <a:p>
            <a:pPr indent="0" marL="0">
              <a:buNone/>
            </a:pPr>
            <a:r>
              <a:rPr lang="en-US" sz="3400" b="1" dirty="0">
                <a:solidFill>
                  <a:srgbClr val="3A150A"/>
                </a:solidFill>
                <a:latin typeface="Cambria" pitchFamily="34" charset="0"/>
                <a:ea typeface="Cambria" pitchFamily="34" charset="-122"/>
                <a:cs typeface="Cambria" pitchFamily="34" charset="-120"/>
              </a:rPr>
              <a:t>Блиц-опрос</a:t>
            </a:r>
            <a:endParaRPr lang="en-US" sz="3400" dirty="0"/>
          </a:p>
        </p:txBody>
      </p:sp>
      <p:pic>
        <p:nvPicPr>
          <p:cNvPr id="4" name="Image 0" descr="/tmp/claude-0/-home-user-heinrich-mario/e7688653-8e48-5480-a009-7b18c0e4f8cc/scratchpad/art/leaf_gold.png">    </p:cNvPr>
          <p:cNvPicPr>
            <a:picLocks noChangeAspect="1"/>
          </p:cNvPicPr>
          <p:nvPr/>
        </p:nvPicPr>
        <p:blipFill>
          <a:blip r:embed="rId2"/>
          <a:stretch>
            <a:fillRect/>
          </a:stretch>
        </p:blipFill>
        <p:spPr>
          <a:xfrm>
            <a:off x="7955280" y="274320"/>
            <a:ext cx="868680" cy="868680"/>
          </a:xfrm>
          <a:prstGeom prst="rect">
            <a:avLst/>
          </a:prstGeom>
        </p:spPr>
      </p:pic>
      <p:pic>
        <p:nvPicPr>
          <p:cNvPr id="5" name="Image 1" descr="/tmp/claude-0/-home-user-heinrich-mario/e7688653-8e48-5480-a009-7b18c0e4f8cc/scratchpad/art/leaf_red.png">    </p:cNvPr>
          <p:cNvPicPr>
            <a:picLocks noChangeAspect="1"/>
          </p:cNvPicPr>
          <p:nvPr/>
        </p:nvPicPr>
        <p:blipFill>
          <a:blip r:embed="rId3"/>
          <a:stretch>
            <a:fillRect/>
          </a:stretch>
        </p:blipFill>
        <p:spPr>
          <a:xfrm>
            <a:off x="7269480" y="502920"/>
            <a:ext cx="594360" cy="594360"/>
          </a:xfrm>
          <a:prstGeom prst="rect">
            <a:avLst/>
          </a:prstGeom>
        </p:spPr>
      </p:pic>
      <p:sp>
        <p:nvSpPr>
          <p:cNvPr id="6" name="Shape 2"/>
          <p:cNvSpPr/>
          <p:nvPr/>
        </p:nvSpPr>
        <p:spPr>
          <a:xfrm>
            <a:off x="548640" y="1371600"/>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7" name="Shape 3"/>
          <p:cNvSpPr/>
          <p:nvPr/>
        </p:nvSpPr>
        <p:spPr>
          <a:xfrm>
            <a:off x="658368" y="145389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8" name="Text 4"/>
          <p:cNvSpPr txBox="1"/>
          <p:nvPr/>
        </p:nvSpPr>
        <p:spPr>
          <a:xfrm>
            <a:off x="658368" y="145389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1</a:t>
            </a:r>
            <a:endParaRPr lang="en-US" sz="1400" dirty="0"/>
          </a:p>
        </p:txBody>
      </p:sp>
      <p:sp>
        <p:nvSpPr>
          <p:cNvPr id="9" name="Text 5"/>
          <p:cNvSpPr txBox="1"/>
          <p:nvPr/>
        </p:nvSpPr>
        <p:spPr>
          <a:xfrm>
            <a:off x="1188720" y="1371600"/>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Какого числа отмечается День воспитателя?</a:t>
            </a:r>
            <a:endParaRPr lang="en-US" sz="1700" dirty="0"/>
          </a:p>
        </p:txBody>
      </p:sp>
      <p:sp>
        <p:nvSpPr>
          <p:cNvPr id="10" name="Shape 6"/>
          <p:cNvSpPr/>
          <p:nvPr/>
        </p:nvSpPr>
        <p:spPr>
          <a:xfrm>
            <a:off x="548640" y="2029968"/>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1" name="Shape 7"/>
          <p:cNvSpPr/>
          <p:nvPr/>
        </p:nvSpPr>
        <p:spPr>
          <a:xfrm>
            <a:off x="658368" y="2112264"/>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2" name="Text 8"/>
          <p:cNvSpPr txBox="1"/>
          <p:nvPr/>
        </p:nvSpPr>
        <p:spPr>
          <a:xfrm>
            <a:off x="658368" y="2112264"/>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2</a:t>
            </a:r>
            <a:endParaRPr lang="en-US" sz="1400" dirty="0"/>
          </a:p>
        </p:txBody>
      </p:sp>
      <p:sp>
        <p:nvSpPr>
          <p:cNvPr id="13" name="Text 9"/>
          <p:cNvSpPr txBox="1"/>
          <p:nvPr/>
        </p:nvSpPr>
        <p:spPr>
          <a:xfrm>
            <a:off x="1188720" y="2029968"/>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Как расшифровывается ГПД?</a:t>
            </a:r>
            <a:endParaRPr lang="en-US" sz="1700" dirty="0"/>
          </a:p>
        </p:txBody>
      </p:sp>
      <p:sp>
        <p:nvSpPr>
          <p:cNvPr id="14" name="Shape 10"/>
          <p:cNvSpPr/>
          <p:nvPr/>
        </p:nvSpPr>
        <p:spPr>
          <a:xfrm>
            <a:off x="548640" y="2688336"/>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5" name="Shape 11"/>
          <p:cNvSpPr/>
          <p:nvPr/>
        </p:nvSpPr>
        <p:spPr>
          <a:xfrm>
            <a:off x="658368" y="2770632"/>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6" name="Text 12"/>
          <p:cNvSpPr txBox="1"/>
          <p:nvPr/>
        </p:nvSpPr>
        <p:spPr>
          <a:xfrm>
            <a:off x="658368" y="2770632"/>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3</a:t>
            </a:r>
            <a:endParaRPr lang="en-US" sz="1400" dirty="0"/>
          </a:p>
        </p:txBody>
      </p:sp>
      <p:sp>
        <p:nvSpPr>
          <p:cNvPr id="17" name="Text 13"/>
          <p:cNvSpPr txBox="1"/>
          <p:nvPr/>
        </p:nvSpPr>
        <p:spPr>
          <a:xfrm>
            <a:off x="1188720" y="2688336"/>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Сколько минут длится обычный урок?</a:t>
            </a:r>
            <a:endParaRPr lang="en-US" sz="1700" dirty="0"/>
          </a:p>
        </p:txBody>
      </p:sp>
      <p:sp>
        <p:nvSpPr>
          <p:cNvPr id="18" name="Shape 14"/>
          <p:cNvSpPr/>
          <p:nvPr/>
        </p:nvSpPr>
        <p:spPr>
          <a:xfrm>
            <a:off x="548640" y="3346704"/>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9" name="Shape 15"/>
          <p:cNvSpPr/>
          <p:nvPr/>
        </p:nvSpPr>
        <p:spPr>
          <a:xfrm>
            <a:off x="658368" y="3429000"/>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0" name="Text 16"/>
          <p:cNvSpPr txBox="1"/>
          <p:nvPr/>
        </p:nvSpPr>
        <p:spPr>
          <a:xfrm>
            <a:off x="658368" y="3429000"/>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4</a:t>
            </a:r>
            <a:endParaRPr lang="en-US" sz="1400" dirty="0"/>
          </a:p>
        </p:txBody>
      </p:sp>
      <p:sp>
        <p:nvSpPr>
          <p:cNvPr id="21" name="Text 17"/>
          <p:cNvSpPr txBox="1"/>
          <p:nvPr/>
        </p:nvSpPr>
        <p:spPr>
          <a:xfrm>
            <a:off x="1188720" y="3346704"/>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Как называется перерыв между уроками?</a:t>
            </a:r>
            <a:endParaRPr lang="en-US" sz="1700" dirty="0"/>
          </a:p>
        </p:txBody>
      </p:sp>
      <p:sp>
        <p:nvSpPr>
          <p:cNvPr id="22" name="Shape 18"/>
          <p:cNvSpPr/>
          <p:nvPr/>
        </p:nvSpPr>
        <p:spPr>
          <a:xfrm>
            <a:off x="548640" y="4005072"/>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23" name="Shape 19"/>
          <p:cNvSpPr/>
          <p:nvPr/>
        </p:nvSpPr>
        <p:spPr>
          <a:xfrm>
            <a:off x="658368" y="4087368"/>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4" name="Text 20"/>
          <p:cNvSpPr txBox="1"/>
          <p:nvPr/>
        </p:nvSpPr>
        <p:spPr>
          <a:xfrm>
            <a:off x="658368" y="4087368"/>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5</a:t>
            </a:r>
            <a:endParaRPr lang="en-US" sz="1400" dirty="0"/>
          </a:p>
        </p:txBody>
      </p:sp>
      <p:sp>
        <p:nvSpPr>
          <p:cNvPr id="25" name="Text 21"/>
          <p:cNvSpPr txBox="1"/>
          <p:nvPr/>
        </p:nvSpPr>
        <p:spPr>
          <a:xfrm>
            <a:off x="1188720" y="4005072"/>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Какой праздник отмечают 1 сентября?</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2 · ОТВЕТЫ 1–5</a:t>
            </a:r>
            <a:endParaRPr lang="en-US" sz="1100" dirty="0"/>
          </a:p>
        </p:txBody>
      </p:sp>
      <p:sp>
        <p:nvSpPr>
          <p:cNvPr id="3" name="Text 1"/>
          <p:cNvSpPr txBox="1"/>
          <p:nvPr/>
        </p:nvSpPr>
        <p:spPr>
          <a:xfrm>
            <a:off x="548640" y="566928"/>
            <a:ext cx="54864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Проверяем!</a:t>
            </a:r>
            <a:endParaRPr lang="en-US" sz="3400" dirty="0"/>
          </a:p>
        </p:txBody>
      </p:sp>
      <p:pic>
        <p:nvPicPr>
          <p:cNvPr id="4" name="Image 0" descr="/tmp/claude-0/-home-user-heinrich-mario/e7688653-8e48-5480-a009-7b18c0e4f8cc/scratchpad/art/leaf_orange.png">    </p:cNvPr>
          <p:cNvPicPr>
            <a:picLocks noChangeAspect="1"/>
          </p:cNvPicPr>
          <p:nvPr/>
        </p:nvPicPr>
        <p:blipFill>
          <a:blip r:embed="rId2"/>
          <a:stretch>
            <a:fillRect/>
          </a:stretch>
        </p:blipFill>
        <p:spPr>
          <a:xfrm>
            <a:off x="7955280" y="274320"/>
            <a:ext cx="868680" cy="868680"/>
          </a:xfrm>
          <a:prstGeom prst="rect">
            <a:avLst/>
          </a:prstGeom>
        </p:spPr>
      </p:pic>
      <p:pic>
        <p:nvPicPr>
          <p:cNvPr id="5" name="Image 1" descr="/tmp/claude-0/-home-user-heinrich-mario/e7688653-8e48-5480-a009-7b18c0e4f8cc/scratchpad/art/leaf_gold2.png">    </p:cNvPr>
          <p:cNvPicPr>
            <a:picLocks noChangeAspect="1"/>
          </p:cNvPicPr>
          <p:nvPr/>
        </p:nvPicPr>
        <p:blipFill>
          <a:blip r:embed="rId3"/>
          <a:stretch>
            <a:fillRect/>
          </a:stretch>
        </p:blipFill>
        <p:spPr>
          <a:xfrm>
            <a:off x="7269480" y="502920"/>
            <a:ext cx="594360" cy="594360"/>
          </a:xfrm>
          <a:prstGeom prst="rect">
            <a:avLst/>
          </a:prstGeom>
        </p:spPr>
      </p:pic>
      <p:sp>
        <p:nvSpPr>
          <p:cNvPr id="6" name="Shape 2"/>
          <p:cNvSpPr/>
          <p:nvPr/>
        </p:nvSpPr>
        <p:spPr>
          <a:xfrm>
            <a:off x="548640" y="145389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7" name="Text 3"/>
          <p:cNvSpPr txBox="1"/>
          <p:nvPr/>
        </p:nvSpPr>
        <p:spPr>
          <a:xfrm>
            <a:off x="548640" y="145389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1</a:t>
            </a:r>
            <a:endParaRPr lang="en-US" sz="1400" dirty="0"/>
          </a:p>
        </p:txBody>
      </p:sp>
      <p:sp>
        <p:nvSpPr>
          <p:cNvPr id="8" name="Text 4"/>
          <p:cNvSpPr txBox="1"/>
          <p:nvPr/>
        </p:nvSpPr>
        <p:spPr>
          <a:xfrm>
            <a:off x="1097280" y="1371600"/>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Какого числа отмечается День воспитателя?</a:t>
            </a:r>
            <a:endParaRPr lang="en-US" sz="1400" dirty="0"/>
          </a:p>
        </p:txBody>
      </p:sp>
      <p:sp>
        <p:nvSpPr>
          <p:cNvPr id="9" name="Text 5"/>
          <p:cNvSpPr txBox="1"/>
          <p:nvPr/>
        </p:nvSpPr>
        <p:spPr>
          <a:xfrm>
            <a:off x="5715000" y="1371600"/>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27 сентября</a:t>
            </a:r>
            <a:endParaRPr lang="en-US" sz="1800" dirty="0"/>
          </a:p>
        </p:txBody>
      </p:sp>
      <p:sp>
        <p:nvSpPr>
          <p:cNvPr id="10" name="Shape 6"/>
          <p:cNvSpPr/>
          <p:nvPr/>
        </p:nvSpPr>
        <p:spPr>
          <a:xfrm>
            <a:off x="548640" y="2112264"/>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1" name="Text 7"/>
          <p:cNvSpPr txBox="1"/>
          <p:nvPr/>
        </p:nvSpPr>
        <p:spPr>
          <a:xfrm>
            <a:off x="548640" y="2112264"/>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2</a:t>
            </a:r>
            <a:endParaRPr lang="en-US" sz="1400" dirty="0"/>
          </a:p>
        </p:txBody>
      </p:sp>
      <p:sp>
        <p:nvSpPr>
          <p:cNvPr id="12" name="Text 8"/>
          <p:cNvSpPr txBox="1"/>
          <p:nvPr/>
        </p:nvSpPr>
        <p:spPr>
          <a:xfrm>
            <a:off x="1097280" y="2029968"/>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Как расшифровывается ГПД?</a:t>
            </a:r>
            <a:endParaRPr lang="en-US" sz="1400" dirty="0"/>
          </a:p>
        </p:txBody>
      </p:sp>
      <p:sp>
        <p:nvSpPr>
          <p:cNvPr id="13" name="Text 9"/>
          <p:cNvSpPr txBox="1"/>
          <p:nvPr/>
        </p:nvSpPr>
        <p:spPr>
          <a:xfrm>
            <a:off x="5715000" y="2029968"/>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Группа продлённого дня</a:t>
            </a:r>
            <a:endParaRPr lang="en-US" sz="1800" dirty="0"/>
          </a:p>
        </p:txBody>
      </p:sp>
      <p:sp>
        <p:nvSpPr>
          <p:cNvPr id="14" name="Shape 10"/>
          <p:cNvSpPr/>
          <p:nvPr/>
        </p:nvSpPr>
        <p:spPr>
          <a:xfrm>
            <a:off x="548640" y="2770632"/>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5" name="Text 11"/>
          <p:cNvSpPr txBox="1"/>
          <p:nvPr/>
        </p:nvSpPr>
        <p:spPr>
          <a:xfrm>
            <a:off x="548640" y="2770632"/>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3</a:t>
            </a:r>
            <a:endParaRPr lang="en-US" sz="1400" dirty="0"/>
          </a:p>
        </p:txBody>
      </p:sp>
      <p:sp>
        <p:nvSpPr>
          <p:cNvPr id="16" name="Text 12"/>
          <p:cNvSpPr txBox="1"/>
          <p:nvPr/>
        </p:nvSpPr>
        <p:spPr>
          <a:xfrm>
            <a:off x="1097280" y="2688336"/>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Сколько минут длится обычный урок?</a:t>
            </a:r>
            <a:endParaRPr lang="en-US" sz="1400" dirty="0"/>
          </a:p>
        </p:txBody>
      </p:sp>
      <p:sp>
        <p:nvSpPr>
          <p:cNvPr id="17" name="Text 13"/>
          <p:cNvSpPr txBox="1"/>
          <p:nvPr/>
        </p:nvSpPr>
        <p:spPr>
          <a:xfrm>
            <a:off x="5715000" y="2688336"/>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45 минут</a:t>
            </a:r>
            <a:endParaRPr lang="en-US" sz="1800" dirty="0"/>
          </a:p>
        </p:txBody>
      </p:sp>
      <p:sp>
        <p:nvSpPr>
          <p:cNvPr id="18" name="Shape 14"/>
          <p:cNvSpPr/>
          <p:nvPr/>
        </p:nvSpPr>
        <p:spPr>
          <a:xfrm>
            <a:off x="548640" y="3429000"/>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9" name="Text 15"/>
          <p:cNvSpPr txBox="1"/>
          <p:nvPr/>
        </p:nvSpPr>
        <p:spPr>
          <a:xfrm>
            <a:off x="548640" y="3429000"/>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4</a:t>
            </a:r>
            <a:endParaRPr lang="en-US" sz="1400" dirty="0"/>
          </a:p>
        </p:txBody>
      </p:sp>
      <p:sp>
        <p:nvSpPr>
          <p:cNvPr id="20" name="Text 16"/>
          <p:cNvSpPr txBox="1"/>
          <p:nvPr/>
        </p:nvSpPr>
        <p:spPr>
          <a:xfrm>
            <a:off x="1097280" y="3346704"/>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Как называется перерыв между уроками?</a:t>
            </a:r>
            <a:endParaRPr lang="en-US" sz="1400" dirty="0"/>
          </a:p>
        </p:txBody>
      </p:sp>
      <p:sp>
        <p:nvSpPr>
          <p:cNvPr id="21" name="Text 17"/>
          <p:cNvSpPr txBox="1"/>
          <p:nvPr/>
        </p:nvSpPr>
        <p:spPr>
          <a:xfrm>
            <a:off x="5715000" y="3346704"/>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Перемена</a:t>
            </a:r>
            <a:endParaRPr lang="en-US" sz="1800" dirty="0"/>
          </a:p>
        </p:txBody>
      </p:sp>
      <p:sp>
        <p:nvSpPr>
          <p:cNvPr id="22" name="Shape 18"/>
          <p:cNvSpPr/>
          <p:nvPr/>
        </p:nvSpPr>
        <p:spPr>
          <a:xfrm>
            <a:off x="548640" y="4087368"/>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3" name="Text 19"/>
          <p:cNvSpPr txBox="1"/>
          <p:nvPr/>
        </p:nvSpPr>
        <p:spPr>
          <a:xfrm>
            <a:off x="548640" y="4087368"/>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5</a:t>
            </a:r>
            <a:endParaRPr lang="en-US" sz="1400" dirty="0"/>
          </a:p>
        </p:txBody>
      </p:sp>
      <p:sp>
        <p:nvSpPr>
          <p:cNvPr id="24" name="Text 20"/>
          <p:cNvSpPr txBox="1"/>
          <p:nvPr/>
        </p:nvSpPr>
        <p:spPr>
          <a:xfrm>
            <a:off x="1097280" y="4005072"/>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Какой праздник отмечают 1 сентября?</a:t>
            </a:r>
            <a:endParaRPr lang="en-US" sz="1400" dirty="0"/>
          </a:p>
        </p:txBody>
      </p:sp>
      <p:sp>
        <p:nvSpPr>
          <p:cNvPr id="25" name="Text 21"/>
          <p:cNvSpPr txBox="1"/>
          <p:nvPr/>
        </p:nvSpPr>
        <p:spPr>
          <a:xfrm>
            <a:off x="5715000" y="4005072"/>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День знаний</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2 · ВОПРОСЫ 6–10</a:t>
            </a:r>
            <a:endParaRPr lang="en-US" sz="1100" dirty="0"/>
          </a:p>
        </p:txBody>
      </p:sp>
      <p:sp>
        <p:nvSpPr>
          <p:cNvPr id="3" name="Text 1"/>
          <p:cNvSpPr txBox="1"/>
          <p:nvPr/>
        </p:nvSpPr>
        <p:spPr>
          <a:xfrm>
            <a:off x="548640" y="566928"/>
            <a:ext cx="5486400" cy="640080"/>
          </a:xfrm>
          <a:prstGeom prst="rect">
            <a:avLst/>
          </a:prstGeom>
          <a:noFill/>
          <a:ln/>
        </p:spPr>
        <p:txBody>
          <a:bodyPr wrap="square" lIns="0" tIns="0" rIns="0" bIns="0" rtlCol="0" anchor="ctr"/>
          <a:lstStyle/>
          <a:p>
            <a:pPr indent="0" marL="0">
              <a:buNone/>
            </a:pPr>
            <a:r>
              <a:rPr lang="en-US" sz="3400" b="1" dirty="0">
                <a:solidFill>
                  <a:srgbClr val="3A150A"/>
                </a:solidFill>
                <a:latin typeface="Cambria" pitchFamily="34" charset="0"/>
                <a:ea typeface="Cambria" pitchFamily="34" charset="-122"/>
                <a:cs typeface="Cambria" pitchFamily="34" charset="-120"/>
              </a:rPr>
              <a:t>Блиц-опрос</a:t>
            </a:r>
            <a:endParaRPr lang="en-US" sz="3400" dirty="0"/>
          </a:p>
        </p:txBody>
      </p:sp>
      <p:pic>
        <p:nvPicPr>
          <p:cNvPr id="4" name="Image 0" descr="/tmp/claude-0/-home-user-heinrich-mario/e7688653-8e48-5480-a009-7b18c0e4f8cc/scratchpad/art/leaf_gold.png">    </p:cNvPr>
          <p:cNvPicPr>
            <a:picLocks noChangeAspect="1"/>
          </p:cNvPicPr>
          <p:nvPr/>
        </p:nvPicPr>
        <p:blipFill>
          <a:blip r:embed="rId2"/>
          <a:stretch>
            <a:fillRect/>
          </a:stretch>
        </p:blipFill>
        <p:spPr>
          <a:xfrm>
            <a:off x="7955280" y="274320"/>
            <a:ext cx="868680" cy="868680"/>
          </a:xfrm>
          <a:prstGeom prst="rect">
            <a:avLst/>
          </a:prstGeom>
        </p:spPr>
      </p:pic>
      <p:pic>
        <p:nvPicPr>
          <p:cNvPr id="5" name="Image 1" descr="/tmp/claude-0/-home-user-heinrich-mario/e7688653-8e48-5480-a009-7b18c0e4f8cc/scratchpad/art/leaf_red.png">    </p:cNvPr>
          <p:cNvPicPr>
            <a:picLocks noChangeAspect="1"/>
          </p:cNvPicPr>
          <p:nvPr/>
        </p:nvPicPr>
        <p:blipFill>
          <a:blip r:embed="rId3"/>
          <a:stretch>
            <a:fillRect/>
          </a:stretch>
        </p:blipFill>
        <p:spPr>
          <a:xfrm>
            <a:off x="7269480" y="502920"/>
            <a:ext cx="594360" cy="594360"/>
          </a:xfrm>
          <a:prstGeom prst="rect">
            <a:avLst/>
          </a:prstGeom>
        </p:spPr>
      </p:pic>
      <p:sp>
        <p:nvSpPr>
          <p:cNvPr id="6" name="Shape 2"/>
          <p:cNvSpPr/>
          <p:nvPr/>
        </p:nvSpPr>
        <p:spPr>
          <a:xfrm>
            <a:off x="548640" y="1371600"/>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7" name="Shape 3"/>
          <p:cNvSpPr/>
          <p:nvPr/>
        </p:nvSpPr>
        <p:spPr>
          <a:xfrm>
            <a:off x="658368" y="145389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8" name="Text 4"/>
          <p:cNvSpPr txBox="1"/>
          <p:nvPr/>
        </p:nvSpPr>
        <p:spPr>
          <a:xfrm>
            <a:off x="658368" y="145389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6</a:t>
            </a:r>
            <a:endParaRPr lang="en-US" sz="1400" dirty="0"/>
          </a:p>
        </p:txBody>
      </p:sp>
      <p:sp>
        <p:nvSpPr>
          <p:cNvPr id="9" name="Text 5"/>
          <p:cNvSpPr txBox="1"/>
          <p:nvPr/>
        </p:nvSpPr>
        <p:spPr>
          <a:xfrm>
            <a:off x="1188720" y="1371600"/>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Куда ученик записывает домашнее задание?</a:t>
            </a:r>
            <a:endParaRPr lang="en-US" sz="1700" dirty="0"/>
          </a:p>
        </p:txBody>
      </p:sp>
      <p:sp>
        <p:nvSpPr>
          <p:cNvPr id="10" name="Shape 6"/>
          <p:cNvSpPr/>
          <p:nvPr/>
        </p:nvSpPr>
        <p:spPr>
          <a:xfrm>
            <a:off x="548640" y="2029968"/>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1" name="Shape 7"/>
          <p:cNvSpPr/>
          <p:nvPr/>
        </p:nvSpPr>
        <p:spPr>
          <a:xfrm>
            <a:off x="658368" y="2112264"/>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2" name="Text 8"/>
          <p:cNvSpPr txBox="1"/>
          <p:nvPr/>
        </p:nvSpPr>
        <p:spPr>
          <a:xfrm>
            <a:off x="658368" y="2112264"/>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7</a:t>
            </a:r>
            <a:endParaRPr lang="en-US" sz="1400" dirty="0"/>
          </a:p>
        </p:txBody>
      </p:sp>
      <p:sp>
        <p:nvSpPr>
          <p:cNvPr id="13" name="Text 9"/>
          <p:cNvSpPr txBox="1"/>
          <p:nvPr/>
        </p:nvSpPr>
        <p:spPr>
          <a:xfrm>
            <a:off x="1188720" y="2029968"/>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Сколько дней в учебной неделе при пятидневке?</a:t>
            </a:r>
            <a:endParaRPr lang="en-US" sz="1700" dirty="0"/>
          </a:p>
        </p:txBody>
      </p:sp>
      <p:sp>
        <p:nvSpPr>
          <p:cNvPr id="14" name="Shape 10"/>
          <p:cNvSpPr/>
          <p:nvPr/>
        </p:nvSpPr>
        <p:spPr>
          <a:xfrm>
            <a:off x="548640" y="2688336"/>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5" name="Shape 11"/>
          <p:cNvSpPr/>
          <p:nvPr/>
        </p:nvSpPr>
        <p:spPr>
          <a:xfrm>
            <a:off x="658368" y="2770632"/>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6" name="Text 12"/>
          <p:cNvSpPr txBox="1"/>
          <p:nvPr/>
        </p:nvSpPr>
        <p:spPr>
          <a:xfrm>
            <a:off x="658368" y="2770632"/>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8</a:t>
            </a:r>
            <a:endParaRPr lang="en-US" sz="1400" dirty="0"/>
          </a:p>
        </p:txBody>
      </p:sp>
      <p:sp>
        <p:nvSpPr>
          <p:cNvPr id="17" name="Text 13"/>
          <p:cNvSpPr txBox="1"/>
          <p:nvPr/>
        </p:nvSpPr>
        <p:spPr>
          <a:xfrm>
            <a:off x="1188720" y="2688336"/>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Как называется главный документ класса с отметками?</a:t>
            </a:r>
            <a:endParaRPr lang="en-US" sz="1700" dirty="0"/>
          </a:p>
        </p:txBody>
      </p:sp>
      <p:sp>
        <p:nvSpPr>
          <p:cNvPr id="18" name="Shape 14"/>
          <p:cNvSpPr/>
          <p:nvPr/>
        </p:nvSpPr>
        <p:spPr>
          <a:xfrm>
            <a:off x="548640" y="3346704"/>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9" name="Shape 15"/>
          <p:cNvSpPr/>
          <p:nvPr/>
        </p:nvSpPr>
        <p:spPr>
          <a:xfrm>
            <a:off x="658368" y="3429000"/>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0" name="Text 16"/>
          <p:cNvSpPr txBox="1"/>
          <p:nvPr/>
        </p:nvSpPr>
        <p:spPr>
          <a:xfrm>
            <a:off x="658368" y="3429000"/>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9</a:t>
            </a:r>
            <a:endParaRPr lang="en-US" sz="1400" dirty="0"/>
          </a:p>
        </p:txBody>
      </p:sp>
      <p:sp>
        <p:nvSpPr>
          <p:cNvPr id="21" name="Text 17"/>
          <p:cNvSpPr txBox="1"/>
          <p:nvPr/>
        </p:nvSpPr>
        <p:spPr>
          <a:xfrm>
            <a:off x="1188720" y="3346704"/>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Какое время года открывает учебный год?</a:t>
            </a:r>
            <a:endParaRPr lang="en-US" sz="1700" dirty="0"/>
          </a:p>
        </p:txBody>
      </p:sp>
      <p:sp>
        <p:nvSpPr>
          <p:cNvPr id="22" name="Shape 18"/>
          <p:cNvSpPr/>
          <p:nvPr/>
        </p:nvSpPr>
        <p:spPr>
          <a:xfrm>
            <a:off x="548640" y="4005072"/>
            <a:ext cx="8046720" cy="548640"/>
          </a:xfrm>
          <a:prstGeom prst="roundRect">
            <a:avLst>
              <a:gd name="adj" fmla="val 20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23" name="Shape 19"/>
          <p:cNvSpPr/>
          <p:nvPr/>
        </p:nvSpPr>
        <p:spPr>
          <a:xfrm>
            <a:off x="658368" y="4087368"/>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4" name="Text 20"/>
          <p:cNvSpPr txBox="1"/>
          <p:nvPr/>
        </p:nvSpPr>
        <p:spPr>
          <a:xfrm>
            <a:off x="658368" y="4087368"/>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10</a:t>
            </a:r>
            <a:endParaRPr lang="en-US" sz="1400" dirty="0"/>
          </a:p>
        </p:txBody>
      </p:sp>
      <p:sp>
        <p:nvSpPr>
          <p:cNvPr id="25" name="Text 21"/>
          <p:cNvSpPr txBox="1"/>
          <p:nvPr/>
        </p:nvSpPr>
        <p:spPr>
          <a:xfrm>
            <a:off x="1188720" y="4005072"/>
            <a:ext cx="7223760" cy="548640"/>
          </a:xfrm>
          <a:prstGeom prst="rect">
            <a:avLst/>
          </a:prstGeom>
          <a:noFill/>
          <a:ln/>
        </p:spPr>
        <p:txBody>
          <a:bodyPr wrap="square" lIns="0" tIns="0" rIns="0" bIns="0" rtlCol="0" anchor="ctr"/>
          <a:lstStyle/>
          <a:p>
            <a:pPr indent="0" marL="0">
              <a:buNone/>
            </a:pPr>
            <a:r>
              <a:rPr lang="en-US" sz="1700" dirty="0">
                <a:solidFill>
                  <a:srgbClr val="3B2314"/>
                </a:solidFill>
                <a:latin typeface="Calibri" pitchFamily="34" charset="0"/>
                <a:ea typeface="Calibri" pitchFamily="34" charset="-122"/>
                <a:cs typeface="Calibri" pitchFamily="34" charset="-120"/>
              </a:rPr>
              <a:t>Кто в школе «и швец, и жнец, и на дуде игрец»?</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2 · ОТВЕТЫ 6–10</a:t>
            </a:r>
            <a:endParaRPr lang="en-US" sz="1100" dirty="0"/>
          </a:p>
        </p:txBody>
      </p:sp>
      <p:sp>
        <p:nvSpPr>
          <p:cNvPr id="3" name="Text 1"/>
          <p:cNvSpPr txBox="1"/>
          <p:nvPr/>
        </p:nvSpPr>
        <p:spPr>
          <a:xfrm>
            <a:off x="548640" y="566928"/>
            <a:ext cx="54864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Проверяем!</a:t>
            </a:r>
            <a:endParaRPr lang="en-US" sz="3400" dirty="0"/>
          </a:p>
        </p:txBody>
      </p:sp>
      <p:pic>
        <p:nvPicPr>
          <p:cNvPr id="4" name="Image 0" descr="/tmp/claude-0/-home-user-heinrich-mario/e7688653-8e48-5480-a009-7b18c0e4f8cc/scratchpad/art/leaf_orange.png">    </p:cNvPr>
          <p:cNvPicPr>
            <a:picLocks noChangeAspect="1"/>
          </p:cNvPicPr>
          <p:nvPr/>
        </p:nvPicPr>
        <p:blipFill>
          <a:blip r:embed="rId2"/>
          <a:stretch>
            <a:fillRect/>
          </a:stretch>
        </p:blipFill>
        <p:spPr>
          <a:xfrm>
            <a:off x="7955280" y="274320"/>
            <a:ext cx="868680" cy="868680"/>
          </a:xfrm>
          <a:prstGeom prst="rect">
            <a:avLst/>
          </a:prstGeom>
        </p:spPr>
      </p:pic>
      <p:pic>
        <p:nvPicPr>
          <p:cNvPr id="5" name="Image 1" descr="/tmp/claude-0/-home-user-heinrich-mario/e7688653-8e48-5480-a009-7b18c0e4f8cc/scratchpad/art/leaf_gold2.png">    </p:cNvPr>
          <p:cNvPicPr>
            <a:picLocks noChangeAspect="1"/>
          </p:cNvPicPr>
          <p:nvPr/>
        </p:nvPicPr>
        <p:blipFill>
          <a:blip r:embed="rId3"/>
          <a:stretch>
            <a:fillRect/>
          </a:stretch>
        </p:blipFill>
        <p:spPr>
          <a:xfrm>
            <a:off x="7269480" y="502920"/>
            <a:ext cx="594360" cy="594360"/>
          </a:xfrm>
          <a:prstGeom prst="rect">
            <a:avLst/>
          </a:prstGeom>
        </p:spPr>
      </p:pic>
      <p:sp>
        <p:nvSpPr>
          <p:cNvPr id="6" name="Shape 2"/>
          <p:cNvSpPr/>
          <p:nvPr/>
        </p:nvSpPr>
        <p:spPr>
          <a:xfrm>
            <a:off x="548640" y="145389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7" name="Text 3"/>
          <p:cNvSpPr txBox="1"/>
          <p:nvPr/>
        </p:nvSpPr>
        <p:spPr>
          <a:xfrm>
            <a:off x="548640" y="145389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6</a:t>
            </a:r>
            <a:endParaRPr lang="en-US" sz="1400" dirty="0"/>
          </a:p>
        </p:txBody>
      </p:sp>
      <p:sp>
        <p:nvSpPr>
          <p:cNvPr id="8" name="Text 4"/>
          <p:cNvSpPr txBox="1"/>
          <p:nvPr/>
        </p:nvSpPr>
        <p:spPr>
          <a:xfrm>
            <a:off x="1097280" y="1371600"/>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Куда ученик записывает домашнее задание?</a:t>
            </a:r>
            <a:endParaRPr lang="en-US" sz="1400" dirty="0"/>
          </a:p>
        </p:txBody>
      </p:sp>
      <p:sp>
        <p:nvSpPr>
          <p:cNvPr id="9" name="Text 5"/>
          <p:cNvSpPr txBox="1"/>
          <p:nvPr/>
        </p:nvSpPr>
        <p:spPr>
          <a:xfrm>
            <a:off x="5715000" y="1371600"/>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В дневник</a:t>
            </a:r>
            <a:endParaRPr lang="en-US" sz="1800" dirty="0"/>
          </a:p>
        </p:txBody>
      </p:sp>
      <p:sp>
        <p:nvSpPr>
          <p:cNvPr id="10" name="Shape 6"/>
          <p:cNvSpPr/>
          <p:nvPr/>
        </p:nvSpPr>
        <p:spPr>
          <a:xfrm>
            <a:off x="548640" y="2112264"/>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1" name="Text 7"/>
          <p:cNvSpPr txBox="1"/>
          <p:nvPr/>
        </p:nvSpPr>
        <p:spPr>
          <a:xfrm>
            <a:off x="548640" y="2112264"/>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7</a:t>
            </a:r>
            <a:endParaRPr lang="en-US" sz="1400" dirty="0"/>
          </a:p>
        </p:txBody>
      </p:sp>
      <p:sp>
        <p:nvSpPr>
          <p:cNvPr id="12" name="Text 8"/>
          <p:cNvSpPr txBox="1"/>
          <p:nvPr/>
        </p:nvSpPr>
        <p:spPr>
          <a:xfrm>
            <a:off x="1097280" y="2029968"/>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Сколько дней в учебной неделе при пятидневке?</a:t>
            </a:r>
            <a:endParaRPr lang="en-US" sz="1400" dirty="0"/>
          </a:p>
        </p:txBody>
      </p:sp>
      <p:sp>
        <p:nvSpPr>
          <p:cNvPr id="13" name="Text 9"/>
          <p:cNvSpPr txBox="1"/>
          <p:nvPr/>
        </p:nvSpPr>
        <p:spPr>
          <a:xfrm>
            <a:off x="5715000" y="2029968"/>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Пять</a:t>
            </a:r>
            <a:endParaRPr lang="en-US" sz="1800" dirty="0"/>
          </a:p>
        </p:txBody>
      </p:sp>
      <p:sp>
        <p:nvSpPr>
          <p:cNvPr id="14" name="Shape 10"/>
          <p:cNvSpPr/>
          <p:nvPr/>
        </p:nvSpPr>
        <p:spPr>
          <a:xfrm>
            <a:off x="548640" y="2770632"/>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5" name="Text 11"/>
          <p:cNvSpPr txBox="1"/>
          <p:nvPr/>
        </p:nvSpPr>
        <p:spPr>
          <a:xfrm>
            <a:off x="548640" y="2770632"/>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8</a:t>
            </a:r>
            <a:endParaRPr lang="en-US" sz="1400" dirty="0"/>
          </a:p>
        </p:txBody>
      </p:sp>
      <p:sp>
        <p:nvSpPr>
          <p:cNvPr id="16" name="Text 12"/>
          <p:cNvSpPr txBox="1"/>
          <p:nvPr/>
        </p:nvSpPr>
        <p:spPr>
          <a:xfrm>
            <a:off x="1097280" y="2688336"/>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Как называется главный документ класса с отметками?</a:t>
            </a:r>
            <a:endParaRPr lang="en-US" sz="1400" dirty="0"/>
          </a:p>
        </p:txBody>
      </p:sp>
      <p:sp>
        <p:nvSpPr>
          <p:cNvPr id="17" name="Text 13"/>
          <p:cNvSpPr txBox="1"/>
          <p:nvPr/>
        </p:nvSpPr>
        <p:spPr>
          <a:xfrm>
            <a:off x="5715000" y="2688336"/>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Классный журнал</a:t>
            </a:r>
            <a:endParaRPr lang="en-US" sz="1800" dirty="0"/>
          </a:p>
        </p:txBody>
      </p:sp>
      <p:sp>
        <p:nvSpPr>
          <p:cNvPr id="18" name="Shape 14"/>
          <p:cNvSpPr/>
          <p:nvPr/>
        </p:nvSpPr>
        <p:spPr>
          <a:xfrm>
            <a:off x="548640" y="3429000"/>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9" name="Text 15"/>
          <p:cNvSpPr txBox="1"/>
          <p:nvPr/>
        </p:nvSpPr>
        <p:spPr>
          <a:xfrm>
            <a:off x="548640" y="3429000"/>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9</a:t>
            </a:r>
            <a:endParaRPr lang="en-US" sz="1400" dirty="0"/>
          </a:p>
        </p:txBody>
      </p:sp>
      <p:sp>
        <p:nvSpPr>
          <p:cNvPr id="20" name="Text 16"/>
          <p:cNvSpPr txBox="1"/>
          <p:nvPr/>
        </p:nvSpPr>
        <p:spPr>
          <a:xfrm>
            <a:off x="1097280" y="3346704"/>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Какое время года открывает учебный год?</a:t>
            </a:r>
            <a:endParaRPr lang="en-US" sz="1400" dirty="0"/>
          </a:p>
        </p:txBody>
      </p:sp>
      <p:sp>
        <p:nvSpPr>
          <p:cNvPr id="21" name="Text 17"/>
          <p:cNvSpPr txBox="1"/>
          <p:nvPr/>
        </p:nvSpPr>
        <p:spPr>
          <a:xfrm>
            <a:off x="5715000" y="3346704"/>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Осень</a:t>
            </a:r>
            <a:endParaRPr lang="en-US" sz="1800" dirty="0"/>
          </a:p>
        </p:txBody>
      </p:sp>
      <p:sp>
        <p:nvSpPr>
          <p:cNvPr id="22" name="Shape 18"/>
          <p:cNvSpPr/>
          <p:nvPr/>
        </p:nvSpPr>
        <p:spPr>
          <a:xfrm>
            <a:off x="548640" y="4087368"/>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3" name="Text 19"/>
          <p:cNvSpPr txBox="1"/>
          <p:nvPr/>
        </p:nvSpPr>
        <p:spPr>
          <a:xfrm>
            <a:off x="548640" y="4087368"/>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10</a:t>
            </a:r>
            <a:endParaRPr lang="en-US" sz="1400" dirty="0"/>
          </a:p>
        </p:txBody>
      </p:sp>
      <p:sp>
        <p:nvSpPr>
          <p:cNvPr id="24" name="Text 20"/>
          <p:cNvSpPr txBox="1"/>
          <p:nvPr/>
        </p:nvSpPr>
        <p:spPr>
          <a:xfrm>
            <a:off x="1097280" y="4005072"/>
            <a:ext cx="4480560" cy="548640"/>
          </a:xfrm>
          <a:prstGeom prst="rect">
            <a:avLst/>
          </a:prstGeom>
          <a:noFill/>
          <a:ln/>
        </p:spPr>
        <p:txBody>
          <a:bodyPr wrap="square" lIns="0" tIns="0" rIns="0" bIns="0" rtlCol="0" anchor="ctr"/>
          <a:lstStyle/>
          <a:p>
            <a:pPr indent="0" marL="0">
              <a:buNone/>
            </a:pPr>
            <a:r>
              <a:rPr lang="en-US" sz="1400" dirty="0">
                <a:solidFill>
                  <a:srgbClr val="FFF3E0"/>
                </a:solidFill>
                <a:latin typeface="Calibri" pitchFamily="34" charset="0"/>
                <a:ea typeface="Calibri" pitchFamily="34" charset="-122"/>
                <a:cs typeface="Calibri" pitchFamily="34" charset="-120"/>
              </a:rPr>
              <a:t>Кто в школе «и швец, и жнец, и на дуде игрец»?</a:t>
            </a:r>
            <a:endParaRPr lang="en-US" sz="1400" dirty="0"/>
          </a:p>
        </p:txBody>
      </p:sp>
      <p:sp>
        <p:nvSpPr>
          <p:cNvPr id="25" name="Text 21"/>
          <p:cNvSpPr txBox="1"/>
          <p:nvPr/>
        </p:nvSpPr>
        <p:spPr>
          <a:xfrm>
            <a:off x="5715000" y="4005072"/>
            <a:ext cx="2971800" cy="548640"/>
          </a:xfrm>
          <a:prstGeom prst="rect">
            <a:avLst/>
          </a:prstGeom>
          <a:noFill/>
          <a:ln/>
        </p:spPr>
        <p:txBody>
          <a:bodyPr wrap="square" lIns="0" tIns="0" rIns="0" bIns="0" rtlCol="0" anchor="ctr"/>
          <a:lstStyle/>
          <a:p>
            <a:pPr indent="0" marL="0">
              <a:buNone/>
            </a:pPr>
            <a:r>
              <a:rPr lang="en-US" sz="1800" b="1" dirty="0">
                <a:solidFill>
                  <a:srgbClr val="EBB021"/>
                </a:solidFill>
                <a:latin typeface="Calibri" pitchFamily="34" charset="0"/>
                <a:ea typeface="Calibri" pitchFamily="34" charset="-122"/>
                <a:cs typeface="Calibri" pitchFamily="34" charset="-120"/>
              </a:rPr>
              <a:t>Конечно, воспитатель!</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tmp/claude-0/-home-user-heinrich-mario/e7688653-8e48-5480-a009-7b18c0e4f8cc/scratchpad/img/forest.jp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tmp/claude-0/-home-user-heinrich-mario/e7688653-8e48-5480-a009-7b18c0e4f8cc/scratchpad/art/overlay_flat.png">    </p:cNvPr>
          <p:cNvPicPr>
            <a:picLocks noChangeAspect="1"/>
          </p:cNvPicPr>
          <p:nvPr/>
        </p:nvPicPr>
        <p:blipFill>
          <a:blip r:embed="rId2"/>
          <a:stretch>
            <a:fillRect/>
          </a:stretch>
        </p:blipFill>
        <p:spPr>
          <a:xfrm>
            <a:off x="0" y="0"/>
            <a:ext cx="9144000" cy="5143500"/>
          </a:xfrm>
          <a:prstGeom prst="rect">
            <a:avLst/>
          </a:prstGeom>
        </p:spPr>
      </p:pic>
      <p:sp>
        <p:nvSpPr>
          <p:cNvPr id="4" name="Shape 0"/>
          <p:cNvSpPr/>
          <p:nvPr/>
        </p:nvSpPr>
        <p:spPr>
          <a:xfrm>
            <a:off x="822960" y="16002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5" name="Text 1"/>
          <p:cNvSpPr txBox="1"/>
          <p:nvPr/>
        </p:nvSpPr>
        <p:spPr>
          <a:xfrm>
            <a:off x="822960" y="1600200"/>
            <a:ext cx="1554480" cy="1554480"/>
          </a:xfrm>
          <a:prstGeom prst="rect">
            <a:avLst/>
          </a:prstGeom>
          <a:noFill/>
          <a:ln/>
        </p:spPr>
        <p:txBody>
          <a:bodyPr wrap="square" lIns="0" tIns="0" rIns="0" bIns="0" rtlCol="0" anchor="ctr"/>
          <a:lstStyle/>
          <a:p>
            <a:pPr algn="ctr" indent="0" marL="0">
              <a:buNone/>
            </a:pPr>
            <a:r>
              <a:rPr lang="en-US" sz="5400" b="1" dirty="0">
                <a:solidFill>
                  <a:srgbClr val="3A150A"/>
                </a:solidFill>
                <a:latin typeface="Cambria" pitchFamily="34" charset="0"/>
                <a:ea typeface="Cambria" pitchFamily="34" charset="-122"/>
                <a:cs typeface="Cambria" pitchFamily="34" charset="-120"/>
              </a:rPr>
              <a:t>3</a:t>
            </a:r>
            <a:endParaRPr lang="en-US" sz="5400" dirty="0"/>
          </a:p>
        </p:txBody>
      </p:sp>
      <p:sp>
        <p:nvSpPr>
          <p:cNvPr id="6" name="Text 2"/>
          <p:cNvSpPr txBox="1"/>
          <p:nvPr/>
        </p:nvSpPr>
        <p:spPr>
          <a:xfrm>
            <a:off x="2743200" y="1417320"/>
            <a:ext cx="45720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3</a:t>
            </a:r>
            <a:endParaRPr lang="en-US" sz="1100" dirty="0"/>
          </a:p>
        </p:txBody>
      </p:sp>
      <p:sp>
        <p:nvSpPr>
          <p:cNvPr id="7" name="Text 3"/>
          <p:cNvSpPr txBox="1"/>
          <p:nvPr/>
        </p:nvSpPr>
        <p:spPr>
          <a:xfrm>
            <a:off x="2743200" y="1691640"/>
            <a:ext cx="5943600" cy="118872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Закончи пословицу</a:t>
            </a:r>
            <a:endParaRPr lang="en-US" sz="3600" dirty="0"/>
          </a:p>
        </p:txBody>
      </p:sp>
      <p:sp>
        <p:nvSpPr>
          <p:cNvPr id="8" name="Text 4"/>
          <p:cNvSpPr txBox="1"/>
          <p:nvPr/>
        </p:nvSpPr>
        <p:spPr>
          <a:xfrm>
            <a:off x="2743200" y="3017520"/>
            <a:ext cx="5669280" cy="8229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1600" dirty="0">
                <a:solidFill>
                  <a:srgbClr val="FFF3E0"/>
                </a:solidFill>
                <a:latin typeface="Calibri" pitchFamily="34" charset="0"/>
                <a:ea typeface="Calibri" pitchFamily="34" charset="-122"/>
                <a:cs typeface="Calibri" pitchFamily="34" charset="-120"/>
              </a:rPr>
              <a:t>Ведущий читает начало народной мудрости — команда договаривает конец. Пословицы, конечно, про ученье и труд.</a:t>
            </a:r>
            <a:endParaRPr lang="en-US" sz="1600" dirty="0"/>
          </a:p>
        </p:txBody>
      </p:sp>
      <p:pic>
        <p:nvPicPr>
          <p:cNvPr id="9" name="Image 2" descr="/tmp/claude-0/-home-user-heinrich-mario/e7688653-8e48-5480-a009-7b18c0e4f8cc/scratchpad/art/leaf_orange.png">    </p:cNvPr>
          <p:cNvPicPr>
            <a:picLocks noChangeAspect="1"/>
          </p:cNvPicPr>
          <p:nvPr/>
        </p:nvPicPr>
        <p:blipFill>
          <a:blip r:embed="rId3"/>
          <a:stretch>
            <a:fillRect/>
          </a:stretch>
        </p:blipFill>
        <p:spPr>
          <a:xfrm>
            <a:off x="7818120" y="3840480"/>
            <a:ext cx="1005840" cy="1005840"/>
          </a:xfrm>
          <a:prstGeom prst="rect">
            <a:avLst/>
          </a:prstGeom>
        </p:spPr>
      </p:pic>
      <p:pic>
        <p:nvPicPr>
          <p:cNvPr id="10" name="Image 3" descr="/tmp/claude-0/-home-user-heinrich-mario/e7688653-8e48-5480-a009-7b18c0e4f8cc/scratchpad/art/leaf_red.png">    </p:cNvPr>
          <p:cNvPicPr>
            <a:picLocks noChangeAspect="1"/>
          </p:cNvPicPr>
          <p:nvPr/>
        </p:nvPicPr>
        <p:blipFill>
          <a:blip r:embed="rId4"/>
          <a:stretch>
            <a:fillRect/>
          </a:stretch>
        </p:blipFill>
        <p:spPr>
          <a:xfrm>
            <a:off x="320040" y="3931920"/>
            <a:ext cx="868680" cy="8686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3 · ПОСЛОВИЦЫ</a:t>
            </a:r>
            <a:endParaRPr lang="en-US" sz="1100" dirty="0"/>
          </a:p>
        </p:txBody>
      </p:sp>
      <p:sp>
        <p:nvSpPr>
          <p:cNvPr id="3" name="Text 1"/>
          <p:cNvSpPr txBox="1"/>
          <p:nvPr/>
        </p:nvSpPr>
        <p:spPr>
          <a:xfrm>
            <a:off x="548640" y="566928"/>
            <a:ext cx="6400800" cy="640080"/>
          </a:xfrm>
          <a:prstGeom prst="rect">
            <a:avLst/>
          </a:prstGeom>
          <a:noFill/>
          <a:ln/>
        </p:spPr>
        <p:txBody>
          <a:bodyPr wrap="square" lIns="0" tIns="0" rIns="0" bIns="0" rtlCol="0" anchor="ctr"/>
          <a:lstStyle/>
          <a:p>
            <a:pPr indent="0" marL="0">
              <a:buNone/>
            </a:pPr>
            <a:r>
              <a:rPr lang="en-US" sz="3400" b="1" dirty="0">
                <a:solidFill>
                  <a:srgbClr val="3A150A"/>
                </a:solidFill>
                <a:latin typeface="Cambria" pitchFamily="34" charset="0"/>
                <a:ea typeface="Cambria" pitchFamily="34" charset="-122"/>
                <a:cs typeface="Cambria" pitchFamily="34" charset="-120"/>
              </a:rPr>
              <a:t>Закончи пословицу</a:t>
            </a:r>
            <a:endParaRPr lang="en-US" sz="3400" dirty="0"/>
          </a:p>
        </p:txBody>
      </p:sp>
      <p:pic>
        <p:nvPicPr>
          <p:cNvPr id="4" name="Image 0" descr="/tmp/claude-0/-home-user-heinrich-mario/e7688653-8e48-5480-a009-7b18c0e4f8cc/scratchpad/art/leaf_red.png">    </p:cNvPr>
          <p:cNvPicPr>
            <a:picLocks noChangeAspect="1"/>
          </p:cNvPicPr>
          <p:nvPr/>
        </p:nvPicPr>
        <p:blipFill>
          <a:blip r:embed="rId2"/>
          <a:stretch>
            <a:fillRect/>
          </a:stretch>
        </p:blipFill>
        <p:spPr>
          <a:xfrm>
            <a:off x="7955280" y="274320"/>
            <a:ext cx="868680" cy="868680"/>
          </a:xfrm>
          <a:prstGeom prst="rect">
            <a:avLst/>
          </a:prstGeom>
        </p:spPr>
      </p:pic>
      <p:pic>
        <p:nvPicPr>
          <p:cNvPr id="5" name="Image 1" descr="/tmp/claude-0/-home-user-heinrich-mario/e7688653-8e48-5480-a009-7b18c0e4f8cc/scratchpad/art/leaf_gold.png">    </p:cNvPr>
          <p:cNvPicPr>
            <a:picLocks noChangeAspect="1"/>
          </p:cNvPicPr>
          <p:nvPr/>
        </p:nvPicPr>
        <p:blipFill>
          <a:blip r:embed="rId3"/>
          <a:stretch>
            <a:fillRect/>
          </a:stretch>
        </p:blipFill>
        <p:spPr>
          <a:xfrm>
            <a:off x="7269480" y="502920"/>
            <a:ext cx="594360" cy="594360"/>
          </a:xfrm>
          <a:prstGeom prst="rect">
            <a:avLst/>
          </a:prstGeom>
        </p:spPr>
      </p:pic>
      <p:sp>
        <p:nvSpPr>
          <p:cNvPr id="6" name="Shape 2"/>
          <p:cNvSpPr/>
          <p:nvPr/>
        </p:nvSpPr>
        <p:spPr>
          <a:xfrm>
            <a:off x="548640" y="137160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7" name="Shape 3"/>
          <p:cNvSpPr/>
          <p:nvPr/>
        </p:nvSpPr>
        <p:spPr>
          <a:xfrm>
            <a:off x="676656" y="152247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8" name="Text 4"/>
          <p:cNvSpPr txBox="1"/>
          <p:nvPr/>
        </p:nvSpPr>
        <p:spPr>
          <a:xfrm>
            <a:off x="676656" y="152247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1</a:t>
            </a:r>
            <a:endParaRPr lang="en-US" sz="1400" dirty="0"/>
          </a:p>
        </p:txBody>
      </p:sp>
      <p:sp>
        <p:nvSpPr>
          <p:cNvPr id="9" name="Text 5"/>
          <p:cNvSpPr txBox="1"/>
          <p:nvPr/>
        </p:nvSpPr>
        <p:spPr>
          <a:xfrm>
            <a:off x="1188720" y="137160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Ученье — свет, …</a:t>
            </a:r>
            <a:endParaRPr lang="en-US" sz="1500" dirty="0"/>
          </a:p>
        </p:txBody>
      </p:sp>
      <p:sp>
        <p:nvSpPr>
          <p:cNvPr id="10" name="Shape 6"/>
          <p:cNvSpPr/>
          <p:nvPr/>
        </p:nvSpPr>
        <p:spPr>
          <a:xfrm>
            <a:off x="4663440" y="137160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1" name="Shape 7"/>
          <p:cNvSpPr/>
          <p:nvPr/>
        </p:nvSpPr>
        <p:spPr>
          <a:xfrm>
            <a:off x="4791456" y="152247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2" name="Text 8"/>
          <p:cNvSpPr txBox="1"/>
          <p:nvPr/>
        </p:nvSpPr>
        <p:spPr>
          <a:xfrm>
            <a:off x="4791456" y="152247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2</a:t>
            </a:r>
            <a:endParaRPr lang="en-US" sz="1400" dirty="0"/>
          </a:p>
        </p:txBody>
      </p:sp>
      <p:sp>
        <p:nvSpPr>
          <p:cNvPr id="13" name="Text 9"/>
          <p:cNvSpPr txBox="1"/>
          <p:nvPr/>
        </p:nvSpPr>
        <p:spPr>
          <a:xfrm>
            <a:off x="5303520" y="137160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Без труда …</a:t>
            </a:r>
            <a:endParaRPr lang="en-US" sz="1500" dirty="0"/>
          </a:p>
        </p:txBody>
      </p:sp>
      <p:sp>
        <p:nvSpPr>
          <p:cNvPr id="14" name="Shape 10"/>
          <p:cNvSpPr/>
          <p:nvPr/>
        </p:nvSpPr>
        <p:spPr>
          <a:xfrm>
            <a:off x="548640" y="219456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5" name="Shape 11"/>
          <p:cNvSpPr/>
          <p:nvPr/>
        </p:nvSpPr>
        <p:spPr>
          <a:xfrm>
            <a:off x="676656" y="234543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6" name="Text 12"/>
          <p:cNvSpPr txBox="1"/>
          <p:nvPr/>
        </p:nvSpPr>
        <p:spPr>
          <a:xfrm>
            <a:off x="676656" y="234543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3</a:t>
            </a:r>
            <a:endParaRPr lang="en-US" sz="1400" dirty="0"/>
          </a:p>
        </p:txBody>
      </p:sp>
      <p:sp>
        <p:nvSpPr>
          <p:cNvPr id="17" name="Text 13"/>
          <p:cNvSpPr txBox="1"/>
          <p:nvPr/>
        </p:nvSpPr>
        <p:spPr>
          <a:xfrm>
            <a:off x="1188720" y="219456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Повторенье — …</a:t>
            </a:r>
            <a:endParaRPr lang="en-US" sz="1500" dirty="0"/>
          </a:p>
        </p:txBody>
      </p:sp>
      <p:sp>
        <p:nvSpPr>
          <p:cNvPr id="18" name="Shape 14"/>
          <p:cNvSpPr/>
          <p:nvPr/>
        </p:nvSpPr>
        <p:spPr>
          <a:xfrm>
            <a:off x="4663440" y="219456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9" name="Shape 15"/>
          <p:cNvSpPr/>
          <p:nvPr/>
        </p:nvSpPr>
        <p:spPr>
          <a:xfrm>
            <a:off x="4791456" y="234543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0" name="Text 16"/>
          <p:cNvSpPr txBox="1"/>
          <p:nvPr/>
        </p:nvSpPr>
        <p:spPr>
          <a:xfrm>
            <a:off x="4791456" y="234543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4</a:t>
            </a:r>
            <a:endParaRPr lang="en-US" sz="1400" dirty="0"/>
          </a:p>
        </p:txBody>
      </p:sp>
      <p:sp>
        <p:nvSpPr>
          <p:cNvPr id="21" name="Text 17"/>
          <p:cNvSpPr txBox="1"/>
          <p:nvPr/>
        </p:nvSpPr>
        <p:spPr>
          <a:xfrm>
            <a:off x="5303520" y="219456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Терпенье и труд …</a:t>
            </a:r>
            <a:endParaRPr lang="en-US" sz="1500" dirty="0"/>
          </a:p>
        </p:txBody>
      </p:sp>
      <p:sp>
        <p:nvSpPr>
          <p:cNvPr id="22" name="Shape 18"/>
          <p:cNvSpPr/>
          <p:nvPr/>
        </p:nvSpPr>
        <p:spPr>
          <a:xfrm>
            <a:off x="548640" y="301752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23" name="Shape 19"/>
          <p:cNvSpPr/>
          <p:nvPr/>
        </p:nvSpPr>
        <p:spPr>
          <a:xfrm>
            <a:off x="676656" y="316839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4" name="Text 20"/>
          <p:cNvSpPr txBox="1"/>
          <p:nvPr/>
        </p:nvSpPr>
        <p:spPr>
          <a:xfrm>
            <a:off x="676656" y="316839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5</a:t>
            </a:r>
            <a:endParaRPr lang="en-US" sz="1400" dirty="0"/>
          </a:p>
        </p:txBody>
      </p:sp>
      <p:sp>
        <p:nvSpPr>
          <p:cNvPr id="25" name="Text 21"/>
          <p:cNvSpPr txBox="1"/>
          <p:nvPr/>
        </p:nvSpPr>
        <p:spPr>
          <a:xfrm>
            <a:off x="1188720" y="301752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Век живи — …</a:t>
            </a:r>
            <a:endParaRPr lang="en-US" sz="1500" dirty="0"/>
          </a:p>
        </p:txBody>
      </p:sp>
      <p:sp>
        <p:nvSpPr>
          <p:cNvPr id="26" name="Shape 22"/>
          <p:cNvSpPr/>
          <p:nvPr/>
        </p:nvSpPr>
        <p:spPr>
          <a:xfrm>
            <a:off x="4663440" y="301752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27" name="Shape 23"/>
          <p:cNvSpPr/>
          <p:nvPr/>
        </p:nvSpPr>
        <p:spPr>
          <a:xfrm>
            <a:off x="4791456" y="316839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8" name="Text 24"/>
          <p:cNvSpPr txBox="1"/>
          <p:nvPr/>
        </p:nvSpPr>
        <p:spPr>
          <a:xfrm>
            <a:off x="4791456" y="316839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6</a:t>
            </a:r>
            <a:endParaRPr lang="en-US" sz="1400" dirty="0"/>
          </a:p>
        </p:txBody>
      </p:sp>
      <p:sp>
        <p:nvSpPr>
          <p:cNvPr id="29" name="Text 25"/>
          <p:cNvSpPr txBox="1"/>
          <p:nvPr/>
        </p:nvSpPr>
        <p:spPr>
          <a:xfrm>
            <a:off x="5303520" y="301752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Грамоте учиться — …</a:t>
            </a:r>
            <a:endParaRPr lang="en-US" sz="1500" dirty="0"/>
          </a:p>
        </p:txBody>
      </p:sp>
      <p:sp>
        <p:nvSpPr>
          <p:cNvPr id="30" name="Shape 26"/>
          <p:cNvSpPr/>
          <p:nvPr/>
        </p:nvSpPr>
        <p:spPr>
          <a:xfrm>
            <a:off x="548640" y="384048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31" name="Shape 27"/>
          <p:cNvSpPr/>
          <p:nvPr/>
        </p:nvSpPr>
        <p:spPr>
          <a:xfrm>
            <a:off x="676656" y="399135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32" name="Text 28"/>
          <p:cNvSpPr txBox="1"/>
          <p:nvPr/>
        </p:nvSpPr>
        <p:spPr>
          <a:xfrm>
            <a:off x="676656" y="399135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7</a:t>
            </a:r>
            <a:endParaRPr lang="en-US" sz="1400" dirty="0"/>
          </a:p>
        </p:txBody>
      </p:sp>
      <p:sp>
        <p:nvSpPr>
          <p:cNvPr id="33" name="Text 29"/>
          <p:cNvSpPr txBox="1"/>
          <p:nvPr/>
        </p:nvSpPr>
        <p:spPr>
          <a:xfrm>
            <a:off x="1188720" y="384048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Что посеешь, …</a:t>
            </a:r>
            <a:endParaRPr lang="en-US" sz="1500" dirty="0"/>
          </a:p>
        </p:txBody>
      </p:sp>
      <p:sp>
        <p:nvSpPr>
          <p:cNvPr id="34" name="Shape 30"/>
          <p:cNvSpPr/>
          <p:nvPr/>
        </p:nvSpPr>
        <p:spPr>
          <a:xfrm>
            <a:off x="4663440" y="384048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35" name="Shape 31"/>
          <p:cNvSpPr/>
          <p:nvPr/>
        </p:nvSpPr>
        <p:spPr>
          <a:xfrm>
            <a:off x="4791456" y="399135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36" name="Text 32"/>
          <p:cNvSpPr txBox="1"/>
          <p:nvPr/>
        </p:nvSpPr>
        <p:spPr>
          <a:xfrm>
            <a:off x="4791456" y="399135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8</a:t>
            </a:r>
            <a:endParaRPr lang="en-US" sz="1400" dirty="0"/>
          </a:p>
        </p:txBody>
      </p:sp>
      <p:sp>
        <p:nvSpPr>
          <p:cNvPr id="37" name="Text 33"/>
          <p:cNvSpPr txBox="1"/>
          <p:nvPr/>
        </p:nvSpPr>
        <p:spPr>
          <a:xfrm>
            <a:off x="5303520" y="384048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Не стыдно не знать, …</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3 · ОТВЕТЫ</a:t>
            </a:r>
            <a:endParaRPr lang="en-US" sz="1100" dirty="0"/>
          </a:p>
        </p:txBody>
      </p:sp>
      <p:sp>
        <p:nvSpPr>
          <p:cNvPr id="3" name="Text 1"/>
          <p:cNvSpPr txBox="1"/>
          <p:nvPr/>
        </p:nvSpPr>
        <p:spPr>
          <a:xfrm>
            <a:off x="548640" y="566928"/>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Народная мудрость</a:t>
            </a:r>
            <a:endParaRPr lang="en-US" sz="3400" dirty="0"/>
          </a:p>
        </p:txBody>
      </p:sp>
      <p:pic>
        <p:nvPicPr>
          <p:cNvPr id="4" name="Image 0" descr="/tmp/claude-0/-home-user-heinrich-mario/e7688653-8e48-5480-a009-7b18c0e4f8cc/scratchpad/art/leaf_orange.png">    </p:cNvPr>
          <p:cNvPicPr>
            <a:picLocks noChangeAspect="1"/>
          </p:cNvPicPr>
          <p:nvPr/>
        </p:nvPicPr>
        <p:blipFill>
          <a:blip r:embed="rId2"/>
          <a:stretch>
            <a:fillRect/>
          </a:stretch>
        </p:blipFill>
        <p:spPr>
          <a:xfrm>
            <a:off x="7955280" y="274320"/>
            <a:ext cx="868680" cy="868680"/>
          </a:xfrm>
          <a:prstGeom prst="rect">
            <a:avLst/>
          </a:prstGeom>
        </p:spPr>
      </p:pic>
      <p:pic>
        <p:nvPicPr>
          <p:cNvPr id="5" name="Image 1" descr="/tmp/claude-0/-home-user-heinrich-mario/e7688653-8e48-5480-a009-7b18c0e4f8cc/scratchpad/art/leaf_gold2.png">    </p:cNvPr>
          <p:cNvPicPr>
            <a:picLocks noChangeAspect="1"/>
          </p:cNvPicPr>
          <p:nvPr/>
        </p:nvPicPr>
        <p:blipFill>
          <a:blip r:embed="rId3"/>
          <a:stretch>
            <a:fillRect/>
          </a:stretch>
        </p:blipFill>
        <p:spPr>
          <a:xfrm>
            <a:off x="7269480" y="502920"/>
            <a:ext cx="594360" cy="594360"/>
          </a:xfrm>
          <a:prstGeom prst="rect">
            <a:avLst/>
          </a:prstGeom>
        </p:spPr>
      </p:pic>
      <p:sp>
        <p:nvSpPr>
          <p:cNvPr id="6" name="Shape 2"/>
          <p:cNvSpPr/>
          <p:nvPr/>
        </p:nvSpPr>
        <p:spPr>
          <a:xfrm>
            <a:off x="548640" y="1417320"/>
            <a:ext cx="310896" cy="310896"/>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7" name="Text 3"/>
          <p:cNvSpPr txBox="1"/>
          <p:nvPr/>
        </p:nvSpPr>
        <p:spPr>
          <a:xfrm>
            <a:off x="548640" y="1417320"/>
            <a:ext cx="310896" cy="310896"/>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1</a:t>
            </a:r>
            <a:endParaRPr lang="en-US" sz="1200" dirty="0"/>
          </a:p>
        </p:txBody>
      </p:sp>
      <p:sp>
        <p:nvSpPr>
          <p:cNvPr id="8" name="Text 4"/>
          <p:cNvSpPr txBox="1"/>
          <p:nvPr/>
        </p:nvSpPr>
        <p:spPr>
          <a:xfrm>
            <a:off x="1005840" y="1371600"/>
            <a:ext cx="7680960" cy="402336"/>
          </a:xfrm>
          <a:prstGeom prst="rect">
            <a:avLst/>
          </a:prstGeom>
          <a:noFill/>
          <a:ln/>
        </p:spPr>
        <p:txBody>
          <a:bodyPr wrap="square" lIns="0" tIns="0" rIns="0" bIns="0" rtlCol="0" anchor="ctr"/>
          <a:lstStyle/>
          <a:p>
            <a:pPr indent="0" marL="0">
              <a:buNone/>
            </a:pPr>
            <a:r>
              <a:rPr lang="en-US" sz="1700" dirty="0">
                <a:solidFill>
                  <a:srgbClr val="FFF3E0"/>
                </a:solidFill>
                <a:latin typeface="Calibri" pitchFamily="34" charset="0"/>
                <a:ea typeface="Calibri" pitchFamily="34" charset="-122"/>
                <a:cs typeface="Calibri" pitchFamily="34" charset="-120"/>
              </a:rPr>
              <a:t>Ученье — свет, </a:t>
            </a:r>
            <a:pPr indent="0" marL="0">
              <a:buNone/>
            </a:pPr>
            <a:r>
              <a:rPr lang="en-US" sz="1700" b="1" dirty="0">
                <a:solidFill>
                  <a:srgbClr val="EBB021"/>
                </a:solidFill>
                <a:latin typeface="Calibri" pitchFamily="34" charset="0"/>
                <a:ea typeface="Calibri" pitchFamily="34" charset="-122"/>
                <a:cs typeface="Calibri" pitchFamily="34" charset="-120"/>
              </a:rPr>
              <a:t>а неученье — тьма.</a:t>
            </a:r>
            <a:endParaRPr lang="en-US" sz="1700" dirty="0"/>
          </a:p>
        </p:txBody>
      </p:sp>
      <p:sp>
        <p:nvSpPr>
          <p:cNvPr id="9" name="Shape 5"/>
          <p:cNvSpPr/>
          <p:nvPr/>
        </p:nvSpPr>
        <p:spPr>
          <a:xfrm>
            <a:off x="548640" y="1837944"/>
            <a:ext cx="310896" cy="310896"/>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0" name="Text 6"/>
          <p:cNvSpPr txBox="1"/>
          <p:nvPr/>
        </p:nvSpPr>
        <p:spPr>
          <a:xfrm>
            <a:off x="548640" y="1837944"/>
            <a:ext cx="310896" cy="310896"/>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2</a:t>
            </a:r>
            <a:endParaRPr lang="en-US" sz="1200" dirty="0"/>
          </a:p>
        </p:txBody>
      </p:sp>
      <p:sp>
        <p:nvSpPr>
          <p:cNvPr id="11" name="Text 7"/>
          <p:cNvSpPr txBox="1"/>
          <p:nvPr/>
        </p:nvSpPr>
        <p:spPr>
          <a:xfrm>
            <a:off x="1005840" y="1792224"/>
            <a:ext cx="7680960" cy="402336"/>
          </a:xfrm>
          <a:prstGeom prst="rect">
            <a:avLst/>
          </a:prstGeom>
          <a:noFill/>
          <a:ln/>
        </p:spPr>
        <p:txBody>
          <a:bodyPr wrap="square" lIns="0" tIns="0" rIns="0" bIns="0" rtlCol="0" anchor="ctr"/>
          <a:lstStyle/>
          <a:p>
            <a:pPr indent="0" marL="0">
              <a:buNone/>
            </a:pPr>
            <a:r>
              <a:rPr lang="en-US" sz="1700" dirty="0">
                <a:solidFill>
                  <a:srgbClr val="FFF3E0"/>
                </a:solidFill>
                <a:latin typeface="Calibri" pitchFamily="34" charset="0"/>
                <a:ea typeface="Calibri" pitchFamily="34" charset="-122"/>
                <a:cs typeface="Calibri" pitchFamily="34" charset="-120"/>
              </a:rPr>
              <a:t>Без труда </a:t>
            </a:r>
            <a:pPr indent="0" marL="0">
              <a:buNone/>
            </a:pPr>
            <a:r>
              <a:rPr lang="en-US" sz="1700" b="1" dirty="0">
                <a:solidFill>
                  <a:srgbClr val="EBB021"/>
                </a:solidFill>
                <a:latin typeface="Calibri" pitchFamily="34" charset="0"/>
                <a:ea typeface="Calibri" pitchFamily="34" charset="-122"/>
                <a:cs typeface="Calibri" pitchFamily="34" charset="-120"/>
              </a:rPr>
              <a:t>не вытащишь и рыбку из пруда.</a:t>
            </a:r>
            <a:endParaRPr lang="en-US" sz="1700" dirty="0"/>
          </a:p>
        </p:txBody>
      </p:sp>
      <p:sp>
        <p:nvSpPr>
          <p:cNvPr id="12" name="Shape 8"/>
          <p:cNvSpPr/>
          <p:nvPr/>
        </p:nvSpPr>
        <p:spPr>
          <a:xfrm>
            <a:off x="548640" y="2258568"/>
            <a:ext cx="310896" cy="310896"/>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3" name="Text 9"/>
          <p:cNvSpPr txBox="1"/>
          <p:nvPr/>
        </p:nvSpPr>
        <p:spPr>
          <a:xfrm>
            <a:off x="548640" y="2258568"/>
            <a:ext cx="310896" cy="310896"/>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3</a:t>
            </a:r>
            <a:endParaRPr lang="en-US" sz="1200" dirty="0"/>
          </a:p>
        </p:txBody>
      </p:sp>
      <p:sp>
        <p:nvSpPr>
          <p:cNvPr id="14" name="Text 10"/>
          <p:cNvSpPr txBox="1"/>
          <p:nvPr/>
        </p:nvSpPr>
        <p:spPr>
          <a:xfrm>
            <a:off x="1005840" y="2212848"/>
            <a:ext cx="7680960" cy="402336"/>
          </a:xfrm>
          <a:prstGeom prst="rect">
            <a:avLst/>
          </a:prstGeom>
          <a:noFill/>
          <a:ln/>
        </p:spPr>
        <p:txBody>
          <a:bodyPr wrap="square" lIns="0" tIns="0" rIns="0" bIns="0" rtlCol="0" anchor="ctr"/>
          <a:lstStyle/>
          <a:p>
            <a:pPr indent="0" marL="0">
              <a:buNone/>
            </a:pPr>
            <a:r>
              <a:rPr lang="en-US" sz="1700" dirty="0">
                <a:solidFill>
                  <a:srgbClr val="FFF3E0"/>
                </a:solidFill>
                <a:latin typeface="Calibri" pitchFamily="34" charset="0"/>
                <a:ea typeface="Calibri" pitchFamily="34" charset="-122"/>
                <a:cs typeface="Calibri" pitchFamily="34" charset="-120"/>
              </a:rPr>
              <a:t>Повторенье — </a:t>
            </a:r>
            <a:pPr indent="0" marL="0">
              <a:buNone/>
            </a:pPr>
            <a:r>
              <a:rPr lang="en-US" sz="1700" b="1" dirty="0">
                <a:solidFill>
                  <a:srgbClr val="EBB021"/>
                </a:solidFill>
                <a:latin typeface="Calibri" pitchFamily="34" charset="0"/>
                <a:ea typeface="Calibri" pitchFamily="34" charset="-122"/>
                <a:cs typeface="Calibri" pitchFamily="34" charset="-120"/>
              </a:rPr>
              <a:t>мать ученья.</a:t>
            </a:r>
            <a:endParaRPr lang="en-US" sz="1700" dirty="0"/>
          </a:p>
        </p:txBody>
      </p:sp>
      <p:sp>
        <p:nvSpPr>
          <p:cNvPr id="15" name="Shape 11"/>
          <p:cNvSpPr/>
          <p:nvPr/>
        </p:nvSpPr>
        <p:spPr>
          <a:xfrm>
            <a:off x="548640" y="2679192"/>
            <a:ext cx="310896" cy="310896"/>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6" name="Text 12"/>
          <p:cNvSpPr txBox="1"/>
          <p:nvPr/>
        </p:nvSpPr>
        <p:spPr>
          <a:xfrm>
            <a:off x="548640" y="2679192"/>
            <a:ext cx="310896" cy="310896"/>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4</a:t>
            </a:r>
            <a:endParaRPr lang="en-US" sz="1200" dirty="0"/>
          </a:p>
        </p:txBody>
      </p:sp>
      <p:sp>
        <p:nvSpPr>
          <p:cNvPr id="17" name="Text 13"/>
          <p:cNvSpPr txBox="1"/>
          <p:nvPr/>
        </p:nvSpPr>
        <p:spPr>
          <a:xfrm>
            <a:off x="1005840" y="2633472"/>
            <a:ext cx="7680960" cy="402336"/>
          </a:xfrm>
          <a:prstGeom prst="rect">
            <a:avLst/>
          </a:prstGeom>
          <a:noFill/>
          <a:ln/>
        </p:spPr>
        <p:txBody>
          <a:bodyPr wrap="square" lIns="0" tIns="0" rIns="0" bIns="0" rtlCol="0" anchor="ctr"/>
          <a:lstStyle/>
          <a:p>
            <a:pPr indent="0" marL="0">
              <a:buNone/>
            </a:pPr>
            <a:r>
              <a:rPr lang="en-US" sz="1700" dirty="0">
                <a:solidFill>
                  <a:srgbClr val="FFF3E0"/>
                </a:solidFill>
                <a:latin typeface="Calibri" pitchFamily="34" charset="0"/>
                <a:ea typeface="Calibri" pitchFamily="34" charset="-122"/>
                <a:cs typeface="Calibri" pitchFamily="34" charset="-120"/>
              </a:rPr>
              <a:t>Терпенье и труд </a:t>
            </a:r>
            <a:pPr indent="0" marL="0">
              <a:buNone/>
            </a:pPr>
            <a:r>
              <a:rPr lang="en-US" sz="1700" b="1" dirty="0">
                <a:solidFill>
                  <a:srgbClr val="EBB021"/>
                </a:solidFill>
                <a:latin typeface="Calibri" pitchFamily="34" charset="0"/>
                <a:ea typeface="Calibri" pitchFamily="34" charset="-122"/>
                <a:cs typeface="Calibri" pitchFamily="34" charset="-120"/>
              </a:rPr>
              <a:t>всё перетрут.</a:t>
            </a:r>
            <a:endParaRPr lang="en-US" sz="1700" dirty="0"/>
          </a:p>
        </p:txBody>
      </p:sp>
      <p:sp>
        <p:nvSpPr>
          <p:cNvPr id="18" name="Shape 14"/>
          <p:cNvSpPr/>
          <p:nvPr/>
        </p:nvSpPr>
        <p:spPr>
          <a:xfrm>
            <a:off x="548640" y="3099816"/>
            <a:ext cx="310896" cy="310896"/>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9" name="Text 15"/>
          <p:cNvSpPr txBox="1"/>
          <p:nvPr/>
        </p:nvSpPr>
        <p:spPr>
          <a:xfrm>
            <a:off x="548640" y="3099816"/>
            <a:ext cx="310896" cy="310896"/>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5</a:t>
            </a:r>
            <a:endParaRPr lang="en-US" sz="1200" dirty="0"/>
          </a:p>
        </p:txBody>
      </p:sp>
      <p:sp>
        <p:nvSpPr>
          <p:cNvPr id="20" name="Text 16"/>
          <p:cNvSpPr txBox="1"/>
          <p:nvPr/>
        </p:nvSpPr>
        <p:spPr>
          <a:xfrm>
            <a:off x="1005840" y="3054096"/>
            <a:ext cx="7680960" cy="402336"/>
          </a:xfrm>
          <a:prstGeom prst="rect">
            <a:avLst/>
          </a:prstGeom>
          <a:noFill/>
          <a:ln/>
        </p:spPr>
        <p:txBody>
          <a:bodyPr wrap="square" lIns="0" tIns="0" rIns="0" bIns="0" rtlCol="0" anchor="ctr"/>
          <a:lstStyle/>
          <a:p>
            <a:pPr indent="0" marL="0">
              <a:buNone/>
            </a:pPr>
            <a:r>
              <a:rPr lang="en-US" sz="1700" dirty="0">
                <a:solidFill>
                  <a:srgbClr val="FFF3E0"/>
                </a:solidFill>
                <a:latin typeface="Calibri" pitchFamily="34" charset="0"/>
                <a:ea typeface="Calibri" pitchFamily="34" charset="-122"/>
                <a:cs typeface="Calibri" pitchFamily="34" charset="-120"/>
              </a:rPr>
              <a:t>Век живи — </a:t>
            </a:r>
            <a:pPr indent="0" marL="0">
              <a:buNone/>
            </a:pPr>
            <a:r>
              <a:rPr lang="en-US" sz="1700" b="1" dirty="0">
                <a:solidFill>
                  <a:srgbClr val="EBB021"/>
                </a:solidFill>
                <a:latin typeface="Calibri" pitchFamily="34" charset="0"/>
                <a:ea typeface="Calibri" pitchFamily="34" charset="-122"/>
                <a:cs typeface="Calibri" pitchFamily="34" charset="-120"/>
              </a:rPr>
              <a:t>век учись.</a:t>
            </a:r>
            <a:endParaRPr lang="en-US" sz="1700" dirty="0"/>
          </a:p>
        </p:txBody>
      </p:sp>
      <p:sp>
        <p:nvSpPr>
          <p:cNvPr id="21" name="Shape 17"/>
          <p:cNvSpPr/>
          <p:nvPr/>
        </p:nvSpPr>
        <p:spPr>
          <a:xfrm>
            <a:off x="548640" y="3520440"/>
            <a:ext cx="310896" cy="310896"/>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2" name="Text 18"/>
          <p:cNvSpPr txBox="1"/>
          <p:nvPr/>
        </p:nvSpPr>
        <p:spPr>
          <a:xfrm>
            <a:off x="548640" y="3520440"/>
            <a:ext cx="310896" cy="310896"/>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6</a:t>
            </a:r>
            <a:endParaRPr lang="en-US" sz="1200" dirty="0"/>
          </a:p>
        </p:txBody>
      </p:sp>
      <p:sp>
        <p:nvSpPr>
          <p:cNvPr id="23" name="Text 19"/>
          <p:cNvSpPr txBox="1"/>
          <p:nvPr/>
        </p:nvSpPr>
        <p:spPr>
          <a:xfrm>
            <a:off x="1005840" y="3474720"/>
            <a:ext cx="7680960" cy="402336"/>
          </a:xfrm>
          <a:prstGeom prst="rect">
            <a:avLst/>
          </a:prstGeom>
          <a:noFill/>
          <a:ln/>
        </p:spPr>
        <p:txBody>
          <a:bodyPr wrap="square" lIns="0" tIns="0" rIns="0" bIns="0" rtlCol="0" anchor="ctr"/>
          <a:lstStyle/>
          <a:p>
            <a:pPr indent="0" marL="0">
              <a:buNone/>
            </a:pPr>
            <a:r>
              <a:rPr lang="en-US" sz="1700" dirty="0">
                <a:solidFill>
                  <a:srgbClr val="FFF3E0"/>
                </a:solidFill>
                <a:latin typeface="Calibri" pitchFamily="34" charset="0"/>
                <a:ea typeface="Calibri" pitchFamily="34" charset="-122"/>
                <a:cs typeface="Calibri" pitchFamily="34" charset="-120"/>
              </a:rPr>
              <a:t>Грамоте учиться — </a:t>
            </a:r>
            <a:pPr indent="0" marL="0">
              <a:buNone/>
            </a:pPr>
            <a:r>
              <a:rPr lang="en-US" sz="1700" b="1" dirty="0">
                <a:solidFill>
                  <a:srgbClr val="EBB021"/>
                </a:solidFill>
                <a:latin typeface="Calibri" pitchFamily="34" charset="0"/>
                <a:ea typeface="Calibri" pitchFamily="34" charset="-122"/>
                <a:cs typeface="Calibri" pitchFamily="34" charset="-120"/>
              </a:rPr>
              <a:t>всегда пригодится.</a:t>
            </a:r>
            <a:endParaRPr lang="en-US" sz="1700" dirty="0"/>
          </a:p>
        </p:txBody>
      </p:sp>
      <p:sp>
        <p:nvSpPr>
          <p:cNvPr id="24" name="Shape 20"/>
          <p:cNvSpPr/>
          <p:nvPr/>
        </p:nvSpPr>
        <p:spPr>
          <a:xfrm>
            <a:off x="548640" y="3941064"/>
            <a:ext cx="310896" cy="310896"/>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5" name="Text 21"/>
          <p:cNvSpPr txBox="1"/>
          <p:nvPr/>
        </p:nvSpPr>
        <p:spPr>
          <a:xfrm>
            <a:off x="548640" y="3941064"/>
            <a:ext cx="310896" cy="310896"/>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7</a:t>
            </a:r>
            <a:endParaRPr lang="en-US" sz="1200" dirty="0"/>
          </a:p>
        </p:txBody>
      </p:sp>
      <p:sp>
        <p:nvSpPr>
          <p:cNvPr id="26" name="Text 22"/>
          <p:cNvSpPr txBox="1"/>
          <p:nvPr/>
        </p:nvSpPr>
        <p:spPr>
          <a:xfrm>
            <a:off x="1005840" y="3895344"/>
            <a:ext cx="7680960" cy="402336"/>
          </a:xfrm>
          <a:prstGeom prst="rect">
            <a:avLst/>
          </a:prstGeom>
          <a:noFill/>
          <a:ln/>
        </p:spPr>
        <p:txBody>
          <a:bodyPr wrap="square" lIns="0" tIns="0" rIns="0" bIns="0" rtlCol="0" anchor="ctr"/>
          <a:lstStyle/>
          <a:p>
            <a:pPr indent="0" marL="0">
              <a:buNone/>
            </a:pPr>
            <a:r>
              <a:rPr lang="en-US" sz="1700" dirty="0">
                <a:solidFill>
                  <a:srgbClr val="FFF3E0"/>
                </a:solidFill>
                <a:latin typeface="Calibri" pitchFamily="34" charset="0"/>
                <a:ea typeface="Calibri" pitchFamily="34" charset="-122"/>
                <a:cs typeface="Calibri" pitchFamily="34" charset="-120"/>
              </a:rPr>
              <a:t>Что посеешь, </a:t>
            </a:r>
            <a:pPr indent="0" marL="0">
              <a:buNone/>
            </a:pPr>
            <a:r>
              <a:rPr lang="en-US" sz="1700" b="1" dirty="0">
                <a:solidFill>
                  <a:srgbClr val="EBB021"/>
                </a:solidFill>
                <a:latin typeface="Calibri" pitchFamily="34" charset="0"/>
                <a:ea typeface="Calibri" pitchFamily="34" charset="-122"/>
                <a:cs typeface="Calibri" pitchFamily="34" charset="-120"/>
              </a:rPr>
              <a:t>то и пожнёшь.</a:t>
            </a:r>
            <a:endParaRPr lang="en-US" sz="1700" dirty="0"/>
          </a:p>
        </p:txBody>
      </p:sp>
      <p:sp>
        <p:nvSpPr>
          <p:cNvPr id="27" name="Shape 23"/>
          <p:cNvSpPr/>
          <p:nvPr/>
        </p:nvSpPr>
        <p:spPr>
          <a:xfrm>
            <a:off x="548640" y="4361688"/>
            <a:ext cx="310896" cy="310896"/>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8" name="Text 24"/>
          <p:cNvSpPr txBox="1"/>
          <p:nvPr/>
        </p:nvSpPr>
        <p:spPr>
          <a:xfrm>
            <a:off x="548640" y="4361688"/>
            <a:ext cx="310896" cy="310896"/>
          </a:xfrm>
          <a:prstGeom prst="rect">
            <a:avLst/>
          </a:prstGeom>
          <a:noFill/>
          <a:ln/>
        </p:spPr>
        <p:txBody>
          <a:bodyPr wrap="square" lIns="0" tIns="0" rIns="0" bIns="0" rtlCol="0" anchor="ctr"/>
          <a:lstStyle/>
          <a:p>
            <a:pPr algn="ctr" indent="0" marL="0">
              <a:buNone/>
            </a:pPr>
            <a:r>
              <a:rPr lang="en-US" sz="1200" b="1" dirty="0">
                <a:solidFill>
                  <a:srgbClr val="3A150A"/>
                </a:solidFill>
                <a:latin typeface="Calibri" pitchFamily="34" charset="0"/>
                <a:ea typeface="Calibri" pitchFamily="34" charset="-122"/>
                <a:cs typeface="Calibri" pitchFamily="34" charset="-120"/>
              </a:rPr>
              <a:t>8</a:t>
            </a:r>
            <a:endParaRPr lang="en-US" sz="1200" dirty="0"/>
          </a:p>
        </p:txBody>
      </p:sp>
      <p:sp>
        <p:nvSpPr>
          <p:cNvPr id="29" name="Text 25"/>
          <p:cNvSpPr txBox="1"/>
          <p:nvPr/>
        </p:nvSpPr>
        <p:spPr>
          <a:xfrm>
            <a:off x="1005840" y="4315968"/>
            <a:ext cx="7680960" cy="402336"/>
          </a:xfrm>
          <a:prstGeom prst="rect">
            <a:avLst/>
          </a:prstGeom>
          <a:noFill/>
          <a:ln/>
        </p:spPr>
        <p:txBody>
          <a:bodyPr wrap="square" lIns="0" tIns="0" rIns="0" bIns="0" rtlCol="0" anchor="ctr"/>
          <a:lstStyle/>
          <a:p>
            <a:pPr indent="0" marL="0">
              <a:buNone/>
            </a:pPr>
            <a:r>
              <a:rPr lang="en-US" sz="1700" dirty="0">
                <a:solidFill>
                  <a:srgbClr val="FFF3E0"/>
                </a:solidFill>
                <a:latin typeface="Calibri" pitchFamily="34" charset="0"/>
                <a:ea typeface="Calibri" pitchFamily="34" charset="-122"/>
                <a:cs typeface="Calibri" pitchFamily="34" charset="-120"/>
              </a:rPr>
              <a:t>Не стыдно не знать, </a:t>
            </a:r>
            <a:pPr indent="0" marL="0">
              <a:buNone/>
            </a:pPr>
            <a:r>
              <a:rPr lang="en-US" sz="1700" b="1" dirty="0">
                <a:solidFill>
                  <a:srgbClr val="EBB021"/>
                </a:solidFill>
                <a:latin typeface="Calibri" pitchFamily="34" charset="0"/>
                <a:ea typeface="Calibri" pitchFamily="34" charset="-122"/>
                <a:cs typeface="Calibri" pitchFamily="34" charset="-120"/>
              </a:rPr>
              <a:t>стыдно не учиться.</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tmp/claude-0/-home-user-heinrich-mario/e7688653-8e48-5480-a009-7b18c0e4f8cc/scratchpad/img/forest.jp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tmp/claude-0/-home-user-heinrich-mario/e7688653-8e48-5480-a009-7b18c0e4f8cc/scratchpad/art/overlay_flat.png">    </p:cNvPr>
          <p:cNvPicPr>
            <a:picLocks noChangeAspect="1"/>
          </p:cNvPicPr>
          <p:nvPr/>
        </p:nvPicPr>
        <p:blipFill>
          <a:blip r:embed="rId2"/>
          <a:stretch>
            <a:fillRect/>
          </a:stretch>
        </p:blipFill>
        <p:spPr>
          <a:xfrm>
            <a:off x="0" y="0"/>
            <a:ext cx="9144000" cy="5143500"/>
          </a:xfrm>
          <a:prstGeom prst="rect">
            <a:avLst/>
          </a:prstGeom>
        </p:spPr>
      </p:pic>
      <p:sp>
        <p:nvSpPr>
          <p:cNvPr id="4" name="Shape 0"/>
          <p:cNvSpPr/>
          <p:nvPr/>
        </p:nvSpPr>
        <p:spPr>
          <a:xfrm>
            <a:off x="822960" y="1600200"/>
            <a:ext cx="1554480" cy="1554480"/>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5" name="Text 1"/>
          <p:cNvSpPr txBox="1"/>
          <p:nvPr/>
        </p:nvSpPr>
        <p:spPr>
          <a:xfrm>
            <a:off x="822960" y="1600200"/>
            <a:ext cx="1554480" cy="1554480"/>
          </a:xfrm>
          <a:prstGeom prst="rect">
            <a:avLst/>
          </a:prstGeom>
          <a:noFill/>
          <a:ln/>
        </p:spPr>
        <p:txBody>
          <a:bodyPr wrap="square" lIns="0" tIns="0" rIns="0" bIns="0" rtlCol="0" anchor="ctr"/>
          <a:lstStyle/>
          <a:p>
            <a:pPr algn="ctr" indent="0" marL="0">
              <a:buNone/>
            </a:pPr>
            <a:r>
              <a:rPr lang="en-US" sz="5400" b="1" dirty="0">
                <a:solidFill>
                  <a:srgbClr val="3A150A"/>
                </a:solidFill>
                <a:latin typeface="Cambria" pitchFamily="34" charset="0"/>
                <a:ea typeface="Cambria" pitchFamily="34" charset="-122"/>
                <a:cs typeface="Cambria" pitchFamily="34" charset="-120"/>
              </a:rPr>
              <a:t>4</a:t>
            </a:r>
            <a:endParaRPr lang="en-US" sz="5400" dirty="0"/>
          </a:p>
        </p:txBody>
      </p:sp>
      <p:sp>
        <p:nvSpPr>
          <p:cNvPr id="6" name="Text 2"/>
          <p:cNvSpPr txBox="1"/>
          <p:nvPr/>
        </p:nvSpPr>
        <p:spPr>
          <a:xfrm>
            <a:off x="2743200" y="1417320"/>
            <a:ext cx="45720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4</a:t>
            </a:r>
            <a:endParaRPr lang="en-US" sz="1100" dirty="0"/>
          </a:p>
        </p:txBody>
      </p:sp>
      <p:sp>
        <p:nvSpPr>
          <p:cNvPr id="7" name="Text 3"/>
          <p:cNvSpPr txBox="1"/>
          <p:nvPr/>
        </p:nvSpPr>
        <p:spPr>
          <a:xfrm>
            <a:off x="2743200" y="1691640"/>
            <a:ext cx="5943600" cy="118872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Продолжи песню</a:t>
            </a:r>
            <a:endParaRPr lang="en-US" sz="3600" dirty="0"/>
          </a:p>
        </p:txBody>
      </p:sp>
      <p:sp>
        <p:nvSpPr>
          <p:cNvPr id="8" name="Text 4"/>
          <p:cNvSpPr txBox="1"/>
          <p:nvPr/>
        </p:nvSpPr>
        <p:spPr>
          <a:xfrm>
            <a:off x="2743200" y="3017520"/>
            <a:ext cx="5669280" cy="82296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t"/>
          <a:lstStyle/>
          <a:p>
            <a:pPr indent="0" marL="0">
              <a:buNone/>
            </a:pPr>
            <a:r>
              <a:rPr lang="en-US" sz="1600" dirty="0">
                <a:solidFill>
                  <a:srgbClr val="FFF3E0"/>
                </a:solidFill>
                <a:latin typeface="Calibri" pitchFamily="34" charset="0"/>
                <a:ea typeface="Calibri" pitchFamily="34" charset="-122"/>
                <a:cs typeface="Calibri" pitchFamily="34" charset="-120"/>
              </a:rPr>
              <a:t>Ведущий читает строчку из знакомой песни — команда поёт продолжение. Хором, громко и обязательно с душой!</a:t>
            </a:r>
            <a:endParaRPr lang="en-US" sz="1600" dirty="0"/>
          </a:p>
        </p:txBody>
      </p:sp>
      <p:pic>
        <p:nvPicPr>
          <p:cNvPr id="9" name="Image 2" descr="/tmp/claude-0/-home-user-heinrich-mario/e7688653-8e48-5480-a009-7b18c0e4f8cc/scratchpad/art/leaf_orange.png">    </p:cNvPr>
          <p:cNvPicPr>
            <a:picLocks noChangeAspect="1"/>
          </p:cNvPicPr>
          <p:nvPr/>
        </p:nvPicPr>
        <p:blipFill>
          <a:blip r:embed="rId3"/>
          <a:stretch>
            <a:fillRect/>
          </a:stretch>
        </p:blipFill>
        <p:spPr>
          <a:xfrm>
            <a:off x="7818120" y="3840480"/>
            <a:ext cx="1005840" cy="1005840"/>
          </a:xfrm>
          <a:prstGeom prst="rect">
            <a:avLst/>
          </a:prstGeom>
        </p:spPr>
      </p:pic>
      <p:pic>
        <p:nvPicPr>
          <p:cNvPr id="10" name="Image 3" descr="/tmp/claude-0/-home-user-heinrich-mario/e7688653-8e48-5480-a009-7b18c0e4f8cc/scratchpad/art/leaf_red.png">    </p:cNvPr>
          <p:cNvPicPr>
            <a:picLocks noChangeAspect="1"/>
          </p:cNvPicPr>
          <p:nvPr/>
        </p:nvPicPr>
        <p:blipFill>
          <a:blip r:embed="rId4"/>
          <a:stretch>
            <a:fillRect/>
          </a:stretch>
        </p:blipFill>
        <p:spPr>
          <a:xfrm>
            <a:off x="320040" y="3931920"/>
            <a:ext cx="868680" cy="8686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B5451B"/>
                </a:solidFill>
                <a:latin typeface="Calibri" pitchFamily="34" charset="0"/>
                <a:ea typeface="Calibri" pitchFamily="34" charset="-122"/>
                <a:cs typeface="Calibri" pitchFamily="34" charset="-120"/>
              </a:rPr>
              <a:t>РАУНД 4 · ПЕСНИ</a:t>
            </a:r>
            <a:endParaRPr lang="en-US" sz="1100" dirty="0"/>
          </a:p>
        </p:txBody>
      </p:sp>
      <p:sp>
        <p:nvSpPr>
          <p:cNvPr id="3" name="Text 1"/>
          <p:cNvSpPr txBox="1"/>
          <p:nvPr/>
        </p:nvSpPr>
        <p:spPr>
          <a:xfrm>
            <a:off x="548640" y="566928"/>
            <a:ext cx="6400800" cy="640080"/>
          </a:xfrm>
          <a:prstGeom prst="rect">
            <a:avLst/>
          </a:prstGeom>
          <a:noFill/>
          <a:ln/>
        </p:spPr>
        <p:txBody>
          <a:bodyPr wrap="square" lIns="0" tIns="0" rIns="0" bIns="0" rtlCol="0" anchor="ctr"/>
          <a:lstStyle/>
          <a:p>
            <a:pPr indent="0" marL="0">
              <a:buNone/>
            </a:pPr>
            <a:r>
              <a:rPr lang="en-US" sz="3400" b="1" dirty="0">
                <a:solidFill>
                  <a:srgbClr val="3A150A"/>
                </a:solidFill>
                <a:latin typeface="Cambria" pitchFamily="34" charset="0"/>
                <a:ea typeface="Cambria" pitchFamily="34" charset="-122"/>
                <a:cs typeface="Cambria" pitchFamily="34" charset="-120"/>
              </a:rPr>
              <a:t>Продолжи песню</a:t>
            </a:r>
            <a:endParaRPr lang="en-US" sz="3400" dirty="0"/>
          </a:p>
        </p:txBody>
      </p:sp>
      <p:pic>
        <p:nvPicPr>
          <p:cNvPr id="4" name="Image 0" descr="/tmp/claude-0/-home-user-heinrich-mario/e7688653-8e48-5480-a009-7b18c0e4f8cc/scratchpad/art/leaf_red.png">    </p:cNvPr>
          <p:cNvPicPr>
            <a:picLocks noChangeAspect="1"/>
          </p:cNvPicPr>
          <p:nvPr/>
        </p:nvPicPr>
        <p:blipFill>
          <a:blip r:embed="rId2"/>
          <a:stretch>
            <a:fillRect/>
          </a:stretch>
        </p:blipFill>
        <p:spPr>
          <a:xfrm>
            <a:off x="7955280" y="274320"/>
            <a:ext cx="868680" cy="868680"/>
          </a:xfrm>
          <a:prstGeom prst="rect">
            <a:avLst/>
          </a:prstGeom>
        </p:spPr>
      </p:pic>
      <p:pic>
        <p:nvPicPr>
          <p:cNvPr id="5" name="Image 1" descr="/tmp/claude-0/-home-user-heinrich-mario/e7688653-8e48-5480-a009-7b18c0e4f8cc/scratchpad/art/leaf_gold.png">    </p:cNvPr>
          <p:cNvPicPr>
            <a:picLocks noChangeAspect="1"/>
          </p:cNvPicPr>
          <p:nvPr/>
        </p:nvPicPr>
        <p:blipFill>
          <a:blip r:embed="rId3"/>
          <a:stretch>
            <a:fillRect/>
          </a:stretch>
        </p:blipFill>
        <p:spPr>
          <a:xfrm>
            <a:off x="7269480" y="502920"/>
            <a:ext cx="594360" cy="594360"/>
          </a:xfrm>
          <a:prstGeom prst="rect">
            <a:avLst/>
          </a:prstGeom>
        </p:spPr>
      </p:pic>
      <p:sp>
        <p:nvSpPr>
          <p:cNvPr id="6" name="Shape 2"/>
          <p:cNvSpPr/>
          <p:nvPr/>
        </p:nvSpPr>
        <p:spPr>
          <a:xfrm>
            <a:off x="548640" y="137160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7" name="Shape 3"/>
          <p:cNvSpPr/>
          <p:nvPr/>
        </p:nvSpPr>
        <p:spPr>
          <a:xfrm>
            <a:off x="676656" y="1522476"/>
            <a:ext cx="384048" cy="38404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pic>
        <p:nvPicPr>
          <p:cNvPr id="8" name="Image 2" descr="/tmp/claude-0/-home-user-heinrich-mario/e7688653-8e48-5480-a009-7b18c0e4f8cc/scratchpad/art/note.png">    </p:cNvPr>
          <p:cNvPicPr>
            <a:picLocks noChangeAspect="1"/>
          </p:cNvPicPr>
          <p:nvPr/>
        </p:nvPicPr>
        <p:blipFill>
          <a:blip r:embed="rId4"/>
          <a:stretch>
            <a:fillRect/>
          </a:stretch>
        </p:blipFill>
        <p:spPr>
          <a:xfrm>
            <a:off x="749808" y="1595628"/>
            <a:ext cx="237744" cy="237744"/>
          </a:xfrm>
          <a:prstGeom prst="rect">
            <a:avLst/>
          </a:prstGeom>
        </p:spPr>
      </p:pic>
      <p:sp>
        <p:nvSpPr>
          <p:cNvPr id="9" name="Text 4"/>
          <p:cNvSpPr txBox="1"/>
          <p:nvPr/>
        </p:nvSpPr>
        <p:spPr>
          <a:xfrm>
            <a:off x="1188720" y="137160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«Буквы разные писать тонким пёрышком в тетрадь…»</a:t>
            </a:r>
            <a:endParaRPr lang="en-US" sz="1500" dirty="0"/>
          </a:p>
        </p:txBody>
      </p:sp>
      <p:sp>
        <p:nvSpPr>
          <p:cNvPr id="10" name="Shape 5"/>
          <p:cNvSpPr/>
          <p:nvPr/>
        </p:nvSpPr>
        <p:spPr>
          <a:xfrm>
            <a:off x="4663440" y="137160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1" name="Shape 6"/>
          <p:cNvSpPr/>
          <p:nvPr/>
        </p:nvSpPr>
        <p:spPr>
          <a:xfrm>
            <a:off x="4791456" y="1522476"/>
            <a:ext cx="384048" cy="38404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pic>
        <p:nvPicPr>
          <p:cNvPr id="12" name="Image 3" descr="/tmp/claude-0/-home-user-heinrich-mario/e7688653-8e48-5480-a009-7b18c0e4f8cc/scratchpad/art/note.png">    </p:cNvPr>
          <p:cNvPicPr>
            <a:picLocks noChangeAspect="1"/>
          </p:cNvPicPr>
          <p:nvPr/>
        </p:nvPicPr>
        <p:blipFill>
          <a:blip r:embed="rId5"/>
          <a:stretch>
            <a:fillRect/>
          </a:stretch>
        </p:blipFill>
        <p:spPr>
          <a:xfrm>
            <a:off x="4864608" y="1595628"/>
            <a:ext cx="237744" cy="237744"/>
          </a:xfrm>
          <a:prstGeom prst="rect">
            <a:avLst/>
          </a:prstGeom>
        </p:spPr>
      </p:pic>
      <p:sp>
        <p:nvSpPr>
          <p:cNvPr id="13" name="Text 7"/>
          <p:cNvSpPr txBox="1"/>
          <p:nvPr/>
        </p:nvSpPr>
        <p:spPr>
          <a:xfrm>
            <a:off x="5303520" y="137160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«От улыбки хмурый день светлей…»</a:t>
            </a:r>
            <a:endParaRPr lang="en-US" sz="1500" dirty="0"/>
          </a:p>
        </p:txBody>
      </p:sp>
      <p:sp>
        <p:nvSpPr>
          <p:cNvPr id="14" name="Shape 8"/>
          <p:cNvSpPr/>
          <p:nvPr/>
        </p:nvSpPr>
        <p:spPr>
          <a:xfrm>
            <a:off x="548640" y="219456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5" name="Shape 9"/>
          <p:cNvSpPr/>
          <p:nvPr/>
        </p:nvSpPr>
        <p:spPr>
          <a:xfrm>
            <a:off x="676656" y="2345436"/>
            <a:ext cx="384048" cy="38404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pic>
        <p:nvPicPr>
          <p:cNvPr id="16" name="Image 4" descr="/tmp/claude-0/-home-user-heinrich-mario/e7688653-8e48-5480-a009-7b18c0e4f8cc/scratchpad/art/note.png">    </p:cNvPr>
          <p:cNvPicPr>
            <a:picLocks noChangeAspect="1"/>
          </p:cNvPicPr>
          <p:nvPr/>
        </p:nvPicPr>
        <p:blipFill>
          <a:blip r:embed="rId6"/>
          <a:stretch>
            <a:fillRect/>
          </a:stretch>
        </p:blipFill>
        <p:spPr>
          <a:xfrm>
            <a:off x="749808" y="2418588"/>
            <a:ext cx="237744" cy="237744"/>
          </a:xfrm>
          <a:prstGeom prst="rect">
            <a:avLst/>
          </a:prstGeom>
        </p:spPr>
      </p:pic>
      <p:sp>
        <p:nvSpPr>
          <p:cNvPr id="17" name="Text 10"/>
          <p:cNvSpPr txBox="1"/>
          <p:nvPr/>
        </p:nvSpPr>
        <p:spPr>
          <a:xfrm>
            <a:off x="1188720" y="219456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«Вместе весело шагать по просторам…»</a:t>
            </a:r>
            <a:endParaRPr lang="en-US" sz="1500" dirty="0"/>
          </a:p>
        </p:txBody>
      </p:sp>
      <p:sp>
        <p:nvSpPr>
          <p:cNvPr id="18" name="Shape 11"/>
          <p:cNvSpPr/>
          <p:nvPr/>
        </p:nvSpPr>
        <p:spPr>
          <a:xfrm>
            <a:off x="4663440" y="219456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19" name="Shape 12"/>
          <p:cNvSpPr/>
          <p:nvPr/>
        </p:nvSpPr>
        <p:spPr>
          <a:xfrm>
            <a:off x="4791456" y="2345436"/>
            <a:ext cx="384048" cy="38404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pic>
        <p:nvPicPr>
          <p:cNvPr id="20" name="Image 5" descr="/tmp/claude-0/-home-user-heinrich-mario/e7688653-8e48-5480-a009-7b18c0e4f8cc/scratchpad/art/note.png">    </p:cNvPr>
          <p:cNvPicPr>
            <a:picLocks noChangeAspect="1"/>
          </p:cNvPicPr>
          <p:nvPr/>
        </p:nvPicPr>
        <p:blipFill>
          <a:blip r:embed="rId7"/>
          <a:stretch>
            <a:fillRect/>
          </a:stretch>
        </p:blipFill>
        <p:spPr>
          <a:xfrm>
            <a:off x="4864608" y="2418588"/>
            <a:ext cx="237744" cy="237744"/>
          </a:xfrm>
          <a:prstGeom prst="rect">
            <a:avLst/>
          </a:prstGeom>
        </p:spPr>
      </p:pic>
      <p:sp>
        <p:nvSpPr>
          <p:cNvPr id="21" name="Text 13"/>
          <p:cNvSpPr txBox="1"/>
          <p:nvPr/>
        </p:nvSpPr>
        <p:spPr>
          <a:xfrm>
            <a:off x="5303520" y="219456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«Пусть бегут неуклюже пешеходы по лужам…»</a:t>
            </a:r>
            <a:endParaRPr lang="en-US" sz="1500" dirty="0"/>
          </a:p>
        </p:txBody>
      </p:sp>
      <p:sp>
        <p:nvSpPr>
          <p:cNvPr id="22" name="Shape 14"/>
          <p:cNvSpPr/>
          <p:nvPr/>
        </p:nvSpPr>
        <p:spPr>
          <a:xfrm>
            <a:off x="548640" y="301752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23" name="Shape 15"/>
          <p:cNvSpPr/>
          <p:nvPr/>
        </p:nvSpPr>
        <p:spPr>
          <a:xfrm>
            <a:off x="676656" y="3168396"/>
            <a:ext cx="384048" cy="38404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pic>
        <p:nvPicPr>
          <p:cNvPr id="24" name="Image 6" descr="/tmp/claude-0/-home-user-heinrich-mario/e7688653-8e48-5480-a009-7b18c0e4f8cc/scratchpad/art/note.png">    </p:cNvPr>
          <p:cNvPicPr>
            <a:picLocks noChangeAspect="1"/>
          </p:cNvPicPr>
          <p:nvPr/>
        </p:nvPicPr>
        <p:blipFill>
          <a:blip r:embed="rId8"/>
          <a:stretch>
            <a:fillRect/>
          </a:stretch>
        </p:blipFill>
        <p:spPr>
          <a:xfrm>
            <a:off x="749808" y="3241548"/>
            <a:ext cx="237744" cy="237744"/>
          </a:xfrm>
          <a:prstGeom prst="rect">
            <a:avLst/>
          </a:prstGeom>
        </p:spPr>
      </p:pic>
      <p:sp>
        <p:nvSpPr>
          <p:cNvPr id="25" name="Text 16"/>
          <p:cNvSpPr txBox="1"/>
          <p:nvPr/>
        </p:nvSpPr>
        <p:spPr>
          <a:xfrm>
            <a:off x="1188720" y="301752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«Антошка, Антошка…»</a:t>
            </a:r>
            <a:endParaRPr lang="en-US" sz="1500" dirty="0"/>
          </a:p>
        </p:txBody>
      </p:sp>
      <p:sp>
        <p:nvSpPr>
          <p:cNvPr id="26" name="Shape 17"/>
          <p:cNvSpPr/>
          <p:nvPr/>
        </p:nvSpPr>
        <p:spPr>
          <a:xfrm>
            <a:off x="4663440" y="301752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27" name="Shape 18"/>
          <p:cNvSpPr/>
          <p:nvPr/>
        </p:nvSpPr>
        <p:spPr>
          <a:xfrm>
            <a:off x="4791456" y="3168396"/>
            <a:ext cx="384048" cy="38404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pic>
        <p:nvPicPr>
          <p:cNvPr id="28" name="Image 7" descr="/tmp/claude-0/-home-user-heinrich-mario/e7688653-8e48-5480-a009-7b18c0e4f8cc/scratchpad/art/note.png">    </p:cNvPr>
          <p:cNvPicPr>
            <a:picLocks noChangeAspect="1"/>
          </p:cNvPicPr>
          <p:nvPr/>
        </p:nvPicPr>
        <p:blipFill>
          <a:blip r:embed="rId9"/>
          <a:stretch>
            <a:fillRect/>
          </a:stretch>
        </p:blipFill>
        <p:spPr>
          <a:xfrm>
            <a:off x="4864608" y="3241548"/>
            <a:ext cx="237744" cy="237744"/>
          </a:xfrm>
          <a:prstGeom prst="rect">
            <a:avLst/>
          </a:prstGeom>
        </p:spPr>
      </p:pic>
      <p:sp>
        <p:nvSpPr>
          <p:cNvPr id="29" name="Text 19"/>
          <p:cNvSpPr txBox="1"/>
          <p:nvPr/>
        </p:nvSpPr>
        <p:spPr>
          <a:xfrm>
            <a:off x="5303520" y="301752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«Листья жёлтые над городом кружатся…»</a:t>
            </a:r>
            <a:endParaRPr lang="en-US" sz="1500" dirty="0"/>
          </a:p>
        </p:txBody>
      </p:sp>
      <p:sp>
        <p:nvSpPr>
          <p:cNvPr id="30" name="Shape 20"/>
          <p:cNvSpPr/>
          <p:nvPr/>
        </p:nvSpPr>
        <p:spPr>
          <a:xfrm>
            <a:off x="548640" y="384048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31" name="Shape 21"/>
          <p:cNvSpPr/>
          <p:nvPr/>
        </p:nvSpPr>
        <p:spPr>
          <a:xfrm>
            <a:off x="676656" y="3991356"/>
            <a:ext cx="384048" cy="38404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pic>
        <p:nvPicPr>
          <p:cNvPr id="32" name="Image 8" descr="/tmp/claude-0/-home-user-heinrich-mario/e7688653-8e48-5480-a009-7b18c0e4f8cc/scratchpad/art/note.png">    </p:cNvPr>
          <p:cNvPicPr>
            <a:picLocks noChangeAspect="1"/>
          </p:cNvPicPr>
          <p:nvPr/>
        </p:nvPicPr>
        <p:blipFill>
          <a:blip r:embed="rId10"/>
          <a:stretch>
            <a:fillRect/>
          </a:stretch>
        </p:blipFill>
        <p:spPr>
          <a:xfrm>
            <a:off x="749808" y="4064508"/>
            <a:ext cx="237744" cy="237744"/>
          </a:xfrm>
          <a:prstGeom prst="rect">
            <a:avLst/>
          </a:prstGeom>
        </p:spPr>
      </p:pic>
      <p:sp>
        <p:nvSpPr>
          <p:cNvPr id="33" name="Text 22"/>
          <p:cNvSpPr txBox="1"/>
          <p:nvPr/>
        </p:nvSpPr>
        <p:spPr>
          <a:xfrm>
            <a:off x="1188720" y="384048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«Что такое осень? Это небо…»</a:t>
            </a:r>
            <a:endParaRPr lang="en-US" sz="1500" dirty="0"/>
          </a:p>
        </p:txBody>
      </p:sp>
      <p:sp>
        <p:nvSpPr>
          <p:cNvPr id="34" name="Shape 23"/>
          <p:cNvSpPr/>
          <p:nvPr/>
        </p:nvSpPr>
        <p:spPr>
          <a:xfrm>
            <a:off x="4663440" y="3840480"/>
            <a:ext cx="3931920" cy="685800"/>
          </a:xfrm>
          <a:prstGeom prst="roundRect">
            <a:avLst>
              <a:gd name="adj" fmla="val 16000"/>
            </a:avLst>
          </a:prstGeom>
          <a:solidFill>
            <a:srgbClr val="FFFFFF"/>
          </a:solidFill>
          <a:ln w="12700">
            <a:solidFill>
              <a:srgbClr val="FFFFFF"/>
            </a:solidFill>
            <a:prstDash val="solid"/>
          </a:ln>
          <a:effectLst>
            <a:outerShdw sx="100000" sy="100000" kx="0" ky="0" algn="bl" rotWithShape="0" blurRad="101600" dist="25400" dir="5400000">
              <a:srgbClr val="5A2A10">
                <a:alpha val="14000"/>
              </a:srgbClr>
            </a:outerShdw>
          </a:effectLst>
        </p:spPr>
      </p:sp>
      <p:sp>
        <p:nvSpPr>
          <p:cNvPr id="35" name="Shape 24"/>
          <p:cNvSpPr/>
          <p:nvPr/>
        </p:nvSpPr>
        <p:spPr>
          <a:xfrm>
            <a:off x="4791456" y="3991356"/>
            <a:ext cx="384048" cy="384048"/>
          </a:xfrm>
          <a:prstGeom prst="ellipse">
            <a:avLst/>
          </a:prstGeom>
          <a:solidFill>
            <a:srgbClr val="B5451B"/>
          </a:solidFill>
          <a:ln w="12700">
            <a:solidFill>
              <a:srgbClr val="B5451B"/>
            </a:solidFill>
            <a:prstDash val="solid"/>
          </a:ln>
          <a:effectLst>
            <a:outerShdw sx="100000" sy="100000" kx="0" ky="0" algn="bl" rotWithShape="0" blurRad="101600" dist="25400" dir="5400000">
              <a:srgbClr val="5A2A10">
                <a:alpha val="14000"/>
              </a:srgbClr>
            </a:outerShdw>
          </a:effectLst>
        </p:spPr>
      </p:sp>
      <p:pic>
        <p:nvPicPr>
          <p:cNvPr id="36" name="Image 9" descr="/tmp/claude-0/-home-user-heinrich-mario/e7688653-8e48-5480-a009-7b18c0e4f8cc/scratchpad/art/note.png">    </p:cNvPr>
          <p:cNvPicPr>
            <a:picLocks noChangeAspect="1"/>
          </p:cNvPicPr>
          <p:nvPr/>
        </p:nvPicPr>
        <p:blipFill>
          <a:blip r:embed="rId11"/>
          <a:stretch>
            <a:fillRect/>
          </a:stretch>
        </p:blipFill>
        <p:spPr>
          <a:xfrm>
            <a:off x="4864608" y="4064508"/>
            <a:ext cx="237744" cy="237744"/>
          </a:xfrm>
          <a:prstGeom prst="rect">
            <a:avLst/>
          </a:prstGeom>
        </p:spPr>
      </p:pic>
      <p:sp>
        <p:nvSpPr>
          <p:cNvPr id="37" name="Text 25"/>
          <p:cNvSpPr txBox="1"/>
          <p:nvPr/>
        </p:nvSpPr>
        <p:spPr>
          <a:xfrm>
            <a:off x="5303520" y="3840480"/>
            <a:ext cx="3200400" cy="685800"/>
          </a:xfrm>
          <a:prstGeom prst="rect">
            <a:avLst/>
          </a:prstGeom>
          <a:noFill/>
          <a:ln/>
        </p:spPr>
        <p:txBody>
          <a:bodyPr wrap="square" lIns="0" tIns="0" rIns="0" bIns="0" rtlCol="0" anchor="ctr"/>
          <a:lstStyle/>
          <a:p>
            <a:pPr indent="0" marL="0">
              <a:buNone/>
            </a:pPr>
            <a:r>
              <a:rPr lang="en-US" sz="1500" dirty="0">
                <a:solidFill>
                  <a:srgbClr val="3B2314"/>
                </a:solidFill>
                <a:latin typeface="Calibri" pitchFamily="34" charset="0"/>
                <a:ea typeface="Calibri" pitchFamily="34" charset="-122"/>
                <a:cs typeface="Calibri" pitchFamily="34" charset="-120"/>
              </a:rPr>
              <a:t>«Дважды два — четыре, дважды два — четыре…»</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20040"/>
            <a:ext cx="5486400" cy="274320"/>
          </a:xfrm>
          <a:prstGeom prst="rect">
            <a:avLst/>
          </a:prstGeom>
          <a:noFill/>
          <a:ln/>
        </p:spPr>
        <p:txBody>
          <a:bodyPr wrap="square" lIns="0" tIns="0" rIns="0" bIns="0" rtlCol="0" anchor="ctr"/>
          <a:lstStyle/>
          <a:p>
            <a:pPr algn="l" indent="0" marL="0">
              <a:buNone/>
            </a:pPr>
            <a:r>
              <a:rPr lang="en-US" sz="1100" b="1" spc="300" kern="0" dirty="0">
                <a:solidFill>
                  <a:srgbClr val="EBB021"/>
                </a:solidFill>
                <a:latin typeface="Calibri" pitchFamily="34" charset="0"/>
                <a:ea typeface="Calibri" pitchFamily="34" charset="-122"/>
                <a:cs typeface="Calibri" pitchFamily="34" charset="-120"/>
              </a:rPr>
              <a:t>РАУНД 4 · ОТВЕТЫ</a:t>
            </a:r>
            <a:endParaRPr lang="en-US" sz="1100" dirty="0"/>
          </a:p>
        </p:txBody>
      </p:sp>
      <p:sp>
        <p:nvSpPr>
          <p:cNvPr id="3" name="Text 1"/>
          <p:cNvSpPr txBox="1"/>
          <p:nvPr/>
        </p:nvSpPr>
        <p:spPr>
          <a:xfrm>
            <a:off x="548640" y="566928"/>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Поём вместе!</a:t>
            </a:r>
            <a:endParaRPr lang="en-US" sz="3400" dirty="0"/>
          </a:p>
        </p:txBody>
      </p:sp>
      <p:pic>
        <p:nvPicPr>
          <p:cNvPr id="4" name="Image 0" descr="/tmp/claude-0/-home-user-heinrich-mario/e7688653-8e48-5480-a009-7b18c0e4f8cc/scratchpad/art/leaf_orange.png">    </p:cNvPr>
          <p:cNvPicPr>
            <a:picLocks noChangeAspect="1"/>
          </p:cNvPicPr>
          <p:nvPr/>
        </p:nvPicPr>
        <p:blipFill>
          <a:blip r:embed="rId2"/>
          <a:stretch>
            <a:fillRect/>
          </a:stretch>
        </p:blipFill>
        <p:spPr>
          <a:xfrm>
            <a:off x="7955280" y="274320"/>
            <a:ext cx="868680" cy="868680"/>
          </a:xfrm>
          <a:prstGeom prst="rect">
            <a:avLst/>
          </a:prstGeom>
        </p:spPr>
      </p:pic>
      <p:pic>
        <p:nvPicPr>
          <p:cNvPr id="5" name="Image 1" descr="/tmp/claude-0/-home-user-heinrich-mario/e7688653-8e48-5480-a009-7b18c0e4f8cc/scratchpad/art/leaf_gold2.png">    </p:cNvPr>
          <p:cNvPicPr>
            <a:picLocks noChangeAspect="1"/>
          </p:cNvPicPr>
          <p:nvPr/>
        </p:nvPicPr>
        <p:blipFill>
          <a:blip r:embed="rId3"/>
          <a:stretch>
            <a:fillRect/>
          </a:stretch>
        </p:blipFill>
        <p:spPr>
          <a:xfrm>
            <a:off x="7269480" y="502920"/>
            <a:ext cx="594360" cy="594360"/>
          </a:xfrm>
          <a:prstGeom prst="rect">
            <a:avLst/>
          </a:prstGeom>
        </p:spPr>
      </p:pic>
      <p:sp>
        <p:nvSpPr>
          <p:cNvPr id="6" name="Shape 2"/>
          <p:cNvSpPr/>
          <p:nvPr/>
        </p:nvSpPr>
        <p:spPr>
          <a:xfrm>
            <a:off x="548640" y="1325880"/>
            <a:ext cx="3931920" cy="749808"/>
          </a:xfrm>
          <a:prstGeom prst="roundRect">
            <a:avLst>
              <a:gd name="adj" fmla="val 14634"/>
            </a:avLst>
          </a:prstGeom>
          <a:solidFill>
            <a:srgbClr val="FFFFFF">
              <a:alpha val="12000"/>
            </a:srgbClr>
          </a:solidFill>
          <a:ln w="9525">
            <a:solidFill>
              <a:srgbClr val="FFFFFF">
                <a:alpha val="30000"/>
              </a:srgbClr>
            </a:solidFill>
            <a:prstDash val="solid"/>
          </a:ln>
        </p:spPr>
      </p:sp>
      <p:sp>
        <p:nvSpPr>
          <p:cNvPr id="7" name="Shape 3"/>
          <p:cNvSpPr/>
          <p:nvPr/>
        </p:nvSpPr>
        <p:spPr>
          <a:xfrm>
            <a:off x="676656" y="1508760"/>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8" name="Text 4"/>
          <p:cNvSpPr txBox="1"/>
          <p:nvPr/>
        </p:nvSpPr>
        <p:spPr>
          <a:xfrm>
            <a:off x="676656" y="1508760"/>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1</a:t>
            </a:r>
            <a:endParaRPr lang="en-US" sz="1400" dirty="0"/>
          </a:p>
        </p:txBody>
      </p:sp>
      <p:sp>
        <p:nvSpPr>
          <p:cNvPr id="9" name="Text 5"/>
          <p:cNvSpPr txBox="1"/>
          <p:nvPr/>
        </p:nvSpPr>
        <p:spPr>
          <a:xfrm>
            <a:off x="1188720" y="1362456"/>
            <a:ext cx="3200400" cy="676656"/>
          </a:xfrm>
          <a:prstGeom prst="rect">
            <a:avLst/>
          </a:prstGeom>
          <a:noFill/>
          <a:ln/>
        </p:spPr>
        <p:txBody>
          <a:bodyPr wrap="square" lIns="0" tIns="0" rIns="0" bIns="0" rtlCol="0" anchor="ctr"/>
          <a:lstStyle/>
          <a:p>
            <a:pPr indent="0" marL="0">
              <a:spcAft>
                <a:spcPts val="100"/>
              </a:spcAft>
              <a:buNone/>
            </a:pPr>
            <a:r>
              <a:rPr lang="en-US" sz="1150" dirty="0">
                <a:solidFill>
                  <a:srgbClr val="FFF3E0"/>
                </a:solidFill>
                <a:latin typeface="Calibri" pitchFamily="34" charset="0"/>
                <a:ea typeface="Calibri" pitchFamily="34" charset="-122"/>
                <a:cs typeface="Calibri" pitchFamily="34" charset="-120"/>
              </a:rPr>
              <a:t>«Буквы разные писать…»</a:t>
            </a:r>
            <a:endParaRPr lang="en-US" sz="1150" dirty="0"/>
          </a:p>
          <a:p>
            <a:pPr indent="0" marL="0">
              <a:spcAft>
                <a:spcPts val="100"/>
              </a:spcAft>
              <a:buNone/>
            </a:pPr>
            <a:r>
              <a:rPr lang="en-US" sz="1450" b="1" dirty="0">
                <a:solidFill>
                  <a:srgbClr val="EBB021"/>
                </a:solidFill>
                <a:latin typeface="Calibri" pitchFamily="34" charset="0"/>
                <a:ea typeface="Calibri" pitchFamily="34" charset="-122"/>
                <a:cs typeface="Calibri" pitchFamily="34" charset="-120"/>
              </a:rPr>
              <a:t>…учат в школе, учат в школе, учат в школе!»</a:t>
            </a:r>
            <a:endParaRPr lang="en-US" sz="1150" dirty="0"/>
          </a:p>
        </p:txBody>
      </p:sp>
      <p:sp>
        <p:nvSpPr>
          <p:cNvPr id="10" name="Shape 6"/>
          <p:cNvSpPr/>
          <p:nvPr/>
        </p:nvSpPr>
        <p:spPr>
          <a:xfrm>
            <a:off x="4663440" y="1325880"/>
            <a:ext cx="3931920" cy="749808"/>
          </a:xfrm>
          <a:prstGeom prst="roundRect">
            <a:avLst>
              <a:gd name="adj" fmla="val 14634"/>
            </a:avLst>
          </a:prstGeom>
          <a:solidFill>
            <a:srgbClr val="FFFFFF">
              <a:alpha val="12000"/>
            </a:srgbClr>
          </a:solidFill>
          <a:ln w="9525">
            <a:solidFill>
              <a:srgbClr val="FFFFFF">
                <a:alpha val="30000"/>
              </a:srgbClr>
            </a:solidFill>
            <a:prstDash val="solid"/>
          </a:ln>
        </p:spPr>
      </p:sp>
      <p:sp>
        <p:nvSpPr>
          <p:cNvPr id="11" name="Shape 7"/>
          <p:cNvSpPr/>
          <p:nvPr/>
        </p:nvSpPr>
        <p:spPr>
          <a:xfrm>
            <a:off x="4791456" y="1508760"/>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2" name="Text 8"/>
          <p:cNvSpPr txBox="1"/>
          <p:nvPr/>
        </p:nvSpPr>
        <p:spPr>
          <a:xfrm>
            <a:off x="4791456" y="1508760"/>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2</a:t>
            </a:r>
            <a:endParaRPr lang="en-US" sz="1400" dirty="0"/>
          </a:p>
        </p:txBody>
      </p:sp>
      <p:sp>
        <p:nvSpPr>
          <p:cNvPr id="13" name="Text 9"/>
          <p:cNvSpPr txBox="1"/>
          <p:nvPr/>
        </p:nvSpPr>
        <p:spPr>
          <a:xfrm>
            <a:off x="5303520" y="1362456"/>
            <a:ext cx="3200400" cy="676656"/>
          </a:xfrm>
          <a:prstGeom prst="rect">
            <a:avLst/>
          </a:prstGeom>
          <a:noFill/>
          <a:ln/>
        </p:spPr>
        <p:txBody>
          <a:bodyPr wrap="square" lIns="0" tIns="0" rIns="0" bIns="0" rtlCol="0" anchor="ctr"/>
          <a:lstStyle/>
          <a:p>
            <a:pPr indent="0" marL="0">
              <a:spcAft>
                <a:spcPts val="100"/>
              </a:spcAft>
              <a:buNone/>
            </a:pPr>
            <a:r>
              <a:rPr lang="en-US" sz="1150" dirty="0">
                <a:solidFill>
                  <a:srgbClr val="FFF3E0"/>
                </a:solidFill>
                <a:latin typeface="Calibri" pitchFamily="34" charset="0"/>
                <a:ea typeface="Calibri" pitchFamily="34" charset="-122"/>
                <a:cs typeface="Calibri" pitchFamily="34" charset="-120"/>
              </a:rPr>
              <a:t>«От улыбки хмурый день светлей…»</a:t>
            </a:r>
            <a:endParaRPr lang="en-US" sz="1150" dirty="0"/>
          </a:p>
          <a:p>
            <a:pPr indent="0" marL="0">
              <a:spcAft>
                <a:spcPts val="100"/>
              </a:spcAft>
              <a:buNone/>
            </a:pPr>
            <a:r>
              <a:rPr lang="en-US" sz="1450" b="1" dirty="0">
                <a:solidFill>
                  <a:srgbClr val="EBB021"/>
                </a:solidFill>
                <a:latin typeface="Calibri" pitchFamily="34" charset="0"/>
                <a:ea typeface="Calibri" pitchFamily="34" charset="-122"/>
                <a:cs typeface="Calibri" pitchFamily="34" charset="-120"/>
              </a:rPr>
              <a:t>…от улыбки в небе радуга проснётся»</a:t>
            </a:r>
            <a:endParaRPr lang="en-US" sz="1150" dirty="0"/>
          </a:p>
        </p:txBody>
      </p:sp>
      <p:sp>
        <p:nvSpPr>
          <p:cNvPr id="14" name="Shape 10"/>
          <p:cNvSpPr/>
          <p:nvPr/>
        </p:nvSpPr>
        <p:spPr>
          <a:xfrm>
            <a:off x="548640" y="2167128"/>
            <a:ext cx="3931920" cy="749808"/>
          </a:xfrm>
          <a:prstGeom prst="roundRect">
            <a:avLst>
              <a:gd name="adj" fmla="val 14634"/>
            </a:avLst>
          </a:prstGeom>
          <a:solidFill>
            <a:srgbClr val="FFFFFF">
              <a:alpha val="12000"/>
            </a:srgbClr>
          </a:solidFill>
          <a:ln w="9525">
            <a:solidFill>
              <a:srgbClr val="FFFFFF">
                <a:alpha val="30000"/>
              </a:srgbClr>
            </a:solidFill>
            <a:prstDash val="solid"/>
          </a:ln>
        </p:spPr>
      </p:sp>
      <p:sp>
        <p:nvSpPr>
          <p:cNvPr id="15" name="Shape 11"/>
          <p:cNvSpPr/>
          <p:nvPr/>
        </p:nvSpPr>
        <p:spPr>
          <a:xfrm>
            <a:off x="676656" y="2350008"/>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16" name="Text 12"/>
          <p:cNvSpPr txBox="1"/>
          <p:nvPr/>
        </p:nvSpPr>
        <p:spPr>
          <a:xfrm>
            <a:off x="676656" y="2350008"/>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3</a:t>
            </a:r>
            <a:endParaRPr lang="en-US" sz="1400" dirty="0"/>
          </a:p>
        </p:txBody>
      </p:sp>
      <p:sp>
        <p:nvSpPr>
          <p:cNvPr id="17" name="Text 13"/>
          <p:cNvSpPr txBox="1"/>
          <p:nvPr/>
        </p:nvSpPr>
        <p:spPr>
          <a:xfrm>
            <a:off x="1188720" y="2203704"/>
            <a:ext cx="3200400" cy="676656"/>
          </a:xfrm>
          <a:prstGeom prst="rect">
            <a:avLst/>
          </a:prstGeom>
          <a:noFill/>
          <a:ln/>
        </p:spPr>
        <p:txBody>
          <a:bodyPr wrap="square" lIns="0" tIns="0" rIns="0" bIns="0" rtlCol="0" anchor="ctr"/>
          <a:lstStyle/>
          <a:p>
            <a:pPr indent="0" marL="0">
              <a:spcAft>
                <a:spcPts val="100"/>
              </a:spcAft>
              <a:buNone/>
            </a:pPr>
            <a:r>
              <a:rPr lang="en-US" sz="1150" dirty="0">
                <a:solidFill>
                  <a:srgbClr val="FFF3E0"/>
                </a:solidFill>
                <a:latin typeface="Calibri" pitchFamily="34" charset="0"/>
                <a:ea typeface="Calibri" pitchFamily="34" charset="-122"/>
                <a:cs typeface="Calibri" pitchFamily="34" charset="-120"/>
              </a:rPr>
              <a:t>«Вместе весело шагать…»</a:t>
            </a:r>
            <a:endParaRPr lang="en-US" sz="1150" dirty="0"/>
          </a:p>
          <a:p>
            <a:pPr indent="0" marL="0">
              <a:spcAft>
                <a:spcPts val="100"/>
              </a:spcAft>
              <a:buNone/>
            </a:pPr>
            <a:r>
              <a:rPr lang="en-US" sz="1450" b="1" dirty="0">
                <a:solidFill>
                  <a:srgbClr val="EBB021"/>
                </a:solidFill>
                <a:latin typeface="Calibri" pitchFamily="34" charset="0"/>
                <a:ea typeface="Calibri" pitchFamily="34" charset="-122"/>
                <a:cs typeface="Calibri" pitchFamily="34" charset="-120"/>
              </a:rPr>
              <a:t>…и, конечно, припевать лучше хором»</a:t>
            </a:r>
            <a:endParaRPr lang="en-US" sz="1150" dirty="0"/>
          </a:p>
        </p:txBody>
      </p:sp>
      <p:sp>
        <p:nvSpPr>
          <p:cNvPr id="18" name="Shape 14"/>
          <p:cNvSpPr/>
          <p:nvPr/>
        </p:nvSpPr>
        <p:spPr>
          <a:xfrm>
            <a:off x="4663440" y="2167128"/>
            <a:ext cx="3931920" cy="749808"/>
          </a:xfrm>
          <a:prstGeom prst="roundRect">
            <a:avLst>
              <a:gd name="adj" fmla="val 14634"/>
            </a:avLst>
          </a:prstGeom>
          <a:solidFill>
            <a:srgbClr val="FFFFFF">
              <a:alpha val="12000"/>
            </a:srgbClr>
          </a:solidFill>
          <a:ln w="9525">
            <a:solidFill>
              <a:srgbClr val="FFFFFF">
                <a:alpha val="30000"/>
              </a:srgbClr>
            </a:solidFill>
            <a:prstDash val="solid"/>
          </a:ln>
        </p:spPr>
      </p:sp>
      <p:sp>
        <p:nvSpPr>
          <p:cNvPr id="19" name="Shape 15"/>
          <p:cNvSpPr/>
          <p:nvPr/>
        </p:nvSpPr>
        <p:spPr>
          <a:xfrm>
            <a:off x="4791456" y="2350008"/>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0" name="Text 16"/>
          <p:cNvSpPr txBox="1"/>
          <p:nvPr/>
        </p:nvSpPr>
        <p:spPr>
          <a:xfrm>
            <a:off x="4791456" y="2350008"/>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4</a:t>
            </a:r>
            <a:endParaRPr lang="en-US" sz="1400" dirty="0"/>
          </a:p>
        </p:txBody>
      </p:sp>
      <p:sp>
        <p:nvSpPr>
          <p:cNvPr id="21" name="Text 17"/>
          <p:cNvSpPr txBox="1"/>
          <p:nvPr/>
        </p:nvSpPr>
        <p:spPr>
          <a:xfrm>
            <a:off x="5303520" y="2203704"/>
            <a:ext cx="3200400" cy="676656"/>
          </a:xfrm>
          <a:prstGeom prst="rect">
            <a:avLst/>
          </a:prstGeom>
          <a:noFill/>
          <a:ln/>
        </p:spPr>
        <p:txBody>
          <a:bodyPr wrap="square" lIns="0" tIns="0" rIns="0" bIns="0" rtlCol="0" anchor="ctr"/>
          <a:lstStyle/>
          <a:p>
            <a:pPr indent="0" marL="0">
              <a:spcAft>
                <a:spcPts val="100"/>
              </a:spcAft>
              <a:buNone/>
            </a:pPr>
            <a:r>
              <a:rPr lang="en-US" sz="1150" dirty="0">
                <a:solidFill>
                  <a:srgbClr val="FFF3E0"/>
                </a:solidFill>
                <a:latin typeface="Calibri" pitchFamily="34" charset="0"/>
                <a:ea typeface="Calibri" pitchFamily="34" charset="-122"/>
                <a:cs typeface="Calibri" pitchFamily="34" charset="-120"/>
              </a:rPr>
              <a:t>«Пусть бегут неуклюже…»</a:t>
            </a:r>
            <a:endParaRPr lang="en-US" sz="1150" dirty="0"/>
          </a:p>
          <a:p>
            <a:pPr indent="0" marL="0">
              <a:spcAft>
                <a:spcPts val="100"/>
              </a:spcAft>
              <a:buNone/>
            </a:pPr>
            <a:r>
              <a:rPr lang="en-US" sz="1450" b="1" dirty="0">
                <a:solidFill>
                  <a:srgbClr val="EBB021"/>
                </a:solidFill>
                <a:latin typeface="Calibri" pitchFamily="34" charset="0"/>
                <a:ea typeface="Calibri" pitchFamily="34" charset="-122"/>
                <a:cs typeface="Calibri" pitchFamily="34" charset="-120"/>
              </a:rPr>
              <a:t>…а вода по асфальту рекой»</a:t>
            </a:r>
            <a:endParaRPr lang="en-US" sz="1150" dirty="0"/>
          </a:p>
        </p:txBody>
      </p:sp>
      <p:sp>
        <p:nvSpPr>
          <p:cNvPr id="22" name="Shape 18"/>
          <p:cNvSpPr/>
          <p:nvPr/>
        </p:nvSpPr>
        <p:spPr>
          <a:xfrm>
            <a:off x="548640" y="3008376"/>
            <a:ext cx="3931920" cy="749808"/>
          </a:xfrm>
          <a:prstGeom prst="roundRect">
            <a:avLst>
              <a:gd name="adj" fmla="val 14634"/>
            </a:avLst>
          </a:prstGeom>
          <a:solidFill>
            <a:srgbClr val="FFFFFF">
              <a:alpha val="12000"/>
            </a:srgbClr>
          </a:solidFill>
          <a:ln w="9525">
            <a:solidFill>
              <a:srgbClr val="FFFFFF">
                <a:alpha val="30000"/>
              </a:srgbClr>
            </a:solidFill>
            <a:prstDash val="solid"/>
          </a:ln>
        </p:spPr>
      </p:sp>
      <p:sp>
        <p:nvSpPr>
          <p:cNvPr id="23" name="Shape 19"/>
          <p:cNvSpPr/>
          <p:nvPr/>
        </p:nvSpPr>
        <p:spPr>
          <a:xfrm>
            <a:off x="676656" y="319125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4" name="Text 20"/>
          <p:cNvSpPr txBox="1"/>
          <p:nvPr/>
        </p:nvSpPr>
        <p:spPr>
          <a:xfrm>
            <a:off x="676656" y="319125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5</a:t>
            </a:r>
            <a:endParaRPr lang="en-US" sz="1400" dirty="0"/>
          </a:p>
        </p:txBody>
      </p:sp>
      <p:sp>
        <p:nvSpPr>
          <p:cNvPr id="25" name="Text 21"/>
          <p:cNvSpPr txBox="1"/>
          <p:nvPr/>
        </p:nvSpPr>
        <p:spPr>
          <a:xfrm>
            <a:off x="1188720" y="3044952"/>
            <a:ext cx="3200400" cy="676656"/>
          </a:xfrm>
          <a:prstGeom prst="rect">
            <a:avLst/>
          </a:prstGeom>
          <a:noFill/>
          <a:ln/>
        </p:spPr>
        <p:txBody>
          <a:bodyPr wrap="square" lIns="0" tIns="0" rIns="0" bIns="0" rtlCol="0" anchor="ctr"/>
          <a:lstStyle/>
          <a:p>
            <a:pPr indent="0" marL="0">
              <a:spcAft>
                <a:spcPts val="100"/>
              </a:spcAft>
              <a:buNone/>
            </a:pPr>
            <a:r>
              <a:rPr lang="en-US" sz="1150" dirty="0">
                <a:solidFill>
                  <a:srgbClr val="FFF3E0"/>
                </a:solidFill>
                <a:latin typeface="Calibri" pitchFamily="34" charset="0"/>
                <a:ea typeface="Calibri" pitchFamily="34" charset="-122"/>
                <a:cs typeface="Calibri" pitchFamily="34" charset="-120"/>
              </a:rPr>
              <a:t>«Антошка, Антошка…»</a:t>
            </a:r>
            <a:endParaRPr lang="en-US" sz="1150" dirty="0"/>
          </a:p>
          <a:p>
            <a:pPr indent="0" marL="0">
              <a:spcAft>
                <a:spcPts val="100"/>
              </a:spcAft>
              <a:buNone/>
            </a:pPr>
            <a:r>
              <a:rPr lang="en-US" sz="1450" b="1" dirty="0">
                <a:solidFill>
                  <a:srgbClr val="EBB021"/>
                </a:solidFill>
                <a:latin typeface="Calibri" pitchFamily="34" charset="0"/>
                <a:ea typeface="Calibri" pitchFamily="34" charset="-122"/>
                <a:cs typeface="Calibri" pitchFamily="34" charset="-120"/>
              </a:rPr>
              <a:t>…пойдём копать картошку!»</a:t>
            </a:r>
            <a:endParaRPr lang="en-US" sz="1150" dirty="0"/>
          </a:p>
        </p:txBody>
      </p:sp>
      <p:sp>
        <p:nvSpPr>
          <p:cNvPr id="26" name="Shape 22"/>
          <p:cNvSpPr/>
          <p:nvPr/>
        </p:nvSpPr>
        <p:spPr>
          <a:xfrm>
            <a:off x="4663440" y="3008376"/>
            <a:ext cx="3931920" cy="749808"/>
          </a:xfrm>
          <a:prstGeom prst="roundRect">
            <a:avLst>
              <a:gd name="adj" fmla="val 14634"/>
            </a:avLst>
          </a:prstGeom>
          <a:solidFill>
            <a:srgbClr val="FFFFFF">
              <a:alpha val="12000"/>
            </a:srgbClr>
          </a:solidFill>
          <a:ln w="9525">
            <a:solidFill>
              <a:srgbClr val="FFFFFF">
                <a:alpha val="30000"/>
              </a:srgbClr>
            </a:solidFill>
            <a:prstDash val="solid"/>
          </a:ln>
        </p:spPr>
      </p:sp>
      <p:sp>
        <p:nvSpPr>
          <p:cNvPr id="27" name="Shape 23"/>
          <p:cNvSpPr/>
          <p:nvPr/>
        </p:nvSpPr>
        <p:spPr>
          <a:xfrm>
            <a:off x="4791456" y="3191256"/>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28" name="Text 24"/>
          <p:cNvSpPr txBox="1"/>
          <p:nvPr/>
        </p:nvSpPr>
        <p:spPr>
          <a:xfrm>
            <a:off x="4791456" y="3191256"/>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6</a:t>
            </a:r>
            <a:endParaRPr lang="en-US" sz="1400" dirty="0"/>
          </a:p>
        </p:txBody>
      </p:sp>
      <p:sp>
        <p:nvSpPr>
          <p:cNvPr id="29" name="Text 25"/>
          <p:cNvSpPr txBox="1"/>
          <p:nvPr/>
        </p:nvSpPr>
        <p:spPr>
          <a:xfrm>
            <a:off x="5303520" y="3044952"/>
            <a:ext cx="3200400" cy="676656"/>
          </a:xfrm>
          <a:prstGeom prst="rect">
            <a:avLst/>
          </a:prstGeom>
          <a:noFill/>
          <a:ln/>
        </p:spPr>
        <p:txBody>
          <a:bodyPr wrap="square" lIns="0" tIns="0" rIns="0" bIns="0" rtlCol="0" anchor="ctr"/>
          <a:lstStyle/>
          <a:p>
            <a:pPr indent="0" marL="0">
              <a:spcAft>
                <a:spcPts val="100"/>
              </a:spcAft>
              <a:buNone/>
            </a:pPr>
            <a:r>
              <a:rPr lang="en-US" sz="1150" dirty="0">
                <a:solidFill>
                  <a:srgbClr val="FFF3E0"/>
                </a:solidFill>
                <a:latin typeface="Calibri" pitchFamily="34" charset="0"/>
                <a:ea typeface="Calibri" pitchFamily="34" charset="-122"/>
                <a:cs typeface="Calibri" pitchFamily="34" charset="-120"/>
              </a:rPr>
              <a:t>«Листья жёлтые над городом…»</a:t>
            </a:r>
            <a:endParaRPr lang="en-US" sz="1150" dirty="0"/>
          </a:p>
          <a:p>
            <a:pPr indent="0" marL="0">
              <a:spcAft>
                <a:spcPts val="100"/>
              </a:spcAft>
              <a:buNone/>
            </a:pPr>
            <a:r>
              <a:rPr lang="en-US" sz="1450" b="1" dirty="0">
                <a:solidFill>
                  <a:srgbClr val="EBB021"/>
                </a:solidFill>
                <a:latin typeface="Calibri" pitchFamily="34" charset="0"/>
                <a:ea typeface="Calibri" pitchFamily="34" charset="-122"/>
                <a:cs typeface="Calibri" pitchFamily="34" charset="-120"/>
              </a:rPr>
              <a:t>…с тихим шорохом нам под ноги ложатся»</a:t>
            </a:r>
            <a:endParaRPr lang="en-US" sz="1150" dirty="0"/>
          </a:p>
        </p:txBody>
      </p:sp>
      <p:sp>
        <p:nvSpPr>
          <p:cNvPr id="30" name="Shape 26"/>
          <p:cNvSpPr/>
          <p:nvPr/>
        </p:nvSpPr>
        <p:spPr>
          <a:xfrm>
            <a:off x="548640" y="3849624"/>
            <a:ext cx="3931920" cy="749808"/>
          </a:xfrm>
          <a:prstGeom prst="roundRect">
            <a:avLst>
              <a:gd name="adj" fmla="val 14634"/>
            </a:avLst>
          </a:prstGeom>
          <a:solidFill>
            <a:srgbClr val="FFFFFF">
              <a:alpha val="12000"/>
            </a:srgbClr>
          </a:solidFill>
          <a:ln w="9525">
            <a:solidFill>
              <a:srgbClr val="FFFFFF">
                <a:alpha val="30000"/>
              </a:srgbClr>
            </a:solidFill>
            <a:prstDash val="solid"/>
          </a:ln>
        </p:spPr>
      </p:sp>
      <p:sp>
        <p:nvSpPr>
          <p:cNvPr id="31" name="Shape 27"/>
          <p:cNvSpPr/>
          <p:nvPr/>
        </p:nvSpPr>
        <p:spPr>
          <a:xfrm>
            <a:off x="676656" y="4032504"/>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32" name="Text 28"/>
          <p:cNvSpPr txBox="1"/>
          <p:nvPr/>
        </p:nvSpPr>
        <p:spPr>
          <a:xfrm>
            <a:off x="676656" y="4032504"/>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7</a:t>
            </a:r>
            <a:endParaRPr lang="en-US" sz="1400" dirty="0"/>
          </a:p>
        </p:txBody>
      </p:sp>
      <p:sp>
        <p:nvSpPr>
          <p:cNvPr id="33" name="Text 29"/>
          <p:cNvSpPr txBox="1"/>
          <p:nvPr/>
        </p:nvSpPr>
        <p:spPr>
          <a:xfrm>
            <a:off x="1188720" y="3886200"/>
            <a:ext cx="3200400" cy="676656"/>
          </a:xfrm>
          <a:prstGeom prst="rect">
            <a:avLst/>
          </a:prstGeom>
          <a:noFill/>
          <a:ln/>
        </p:spPr>
        <p:txBody>
          <a:bodyPr wrap="square" lIns="0" tIns="0" rIns="0" bIns="0" rtlCol="0" anchor="ctr"/>
          <a:lstStyle/>
          <a:p>
            <a:pPr indent="0" marL="0">
              <a:spcAft>
                <a:spcPts val="100"/>
              </a:spcAft>
              <a:buNone/>
            </a:pPr>
            <a:r>
              <a:rPr lang="en-US" sz="1150" dirty="0">
                <a:solidFill>
                  <a:srgbClr val="FFF3E0"/>
                </a:solidFill>
                <a:latin typeface="Calibri" pitchFamily="34" charset="0"/>
                <a:ea typeface="Calibri" pitchFamily="34" charset="-122"/>
                <a:cs typeface="Calibri" pitchFamily="34" charset="-120"/>
              </a:rPr>
              <a:t>«Что такое осень? Это небо…»</a:t>
            </a:r>
            <a:endParaRPr lang="en-US" sz="1150" dirty="0"/>
          </a:p>
          <a:p>
            <a:pPr indent="0" marL="0">
              <a:spcAft>
                <a:spcPts val="100"/>
              </a:spcAft>
              <a:buNone/>
            </a:pPr>
            <a:r>
              <a:rPr lang="en-US" sz="1450" b="1" dirty="0">
                <a:solidFill>
                  <a:srgbClr val="EBB021"/>
                </a:solidFill>
                <a:latin typeface="Calibri" pitchFamily="34" charset="0"/>
                <a:ea typeface="Calibri" pitchFamily="34" charset="-122"/>
                <a:cs typeface="Calibri" pitchFamily="34" charset="-120"/>
              </a:rPr>
              <a:t>…плачущее небо под ногами»</a:t>
            </a:r>
            <a:endParaRPr lang="en-US" sz="1150" dirty="0"/>
          </a:p>
        </p:txBody>
      </p:sp>
      <p:sp>
        <p:nvSpPr>
          <p:cNvPr id="34" name="Shape 30"/>
          <p:cNvSpPr/>
          <p:nvPr/>
        </p:nvSpPr>
        <p:spPr>
          <a:xfrm>
            <a:off x="4663440" y="3849624"/>
            <a:ext cx="3931920" cy="749808"/>
          </a:xfrm>
          <a:prstGeom prst="roundRect">
            <a:avLst>
              <a:gd name="adj" fmla="val 14634"/>
            </a:avLst>
          </a:prstGeom>
          <a:solidFill>
            <a:srgbClr val="FFFFFF">
              <a:alpha val="12000"/>
            </a:srgbClr>
          </a:solidFill>
          <a:ln w="9525">
            <a:solidFill>
              <a:srgbClr val="FFFFFF">
                <a:alpha val="30000"/>
              </a:srgbClr>
            </a:solidFill>
            <a:prstDash val="solid"/>
          </a:ln>
        </p:spPr>
      </p:sp>
      <p:sp>
        <p:nvSpPr>
          <p:cNvPr id="35" name="Shape 31"/>
          <p:cNvSpPr/>
          <p:nvPr/>
        </p:nvSpPr>
        <p:spPr>
          <a:xfrm>
            <a:off x="4791456" y="4032504"/>
            <a:ext cx="384048" cy="384048"/>
          </a:xfrm>
          <a:prstGeom prst="ellipse">
            <a:avLst/>
          </a:prstGeom>
          <a:solidFill>
            <a:srgbClr val="EBB021"/>
          </a:solidFill>
          <a:ln w="12700">
            <a:solidFill>
              <a:srgbClr val="EBB021"/>
            </a:solidFill>
            <a:prstDash val="solid"/>
          </a:ln>
          <a:effectLst>
            <a:outerShdw sx="100000" sy="100000" kx="0" ky="0" algn="bl" rotWithShape="0" blurRad="101600" dist="25400" dir="5400000">
              <a:srgbClr val="5A2A10">
                <a:alpha val="14000"/>
              </a:srgbClr>
            </a:outerShdw>
          </a:effectLst>
        </p:spPr>
      </p:sp>
      <p:sp>
        <p:nvSpPr>
          <p:cNvPr id="36" name="Text 32"/>
          <p:cNvSpPr txBox="1"/>
          <p:nvPr/>
        </p:nvSpPr>
        <p:spPr>
          <a:xfrm>
            <a:off x="4791456" y="4032504"/>
            <a:ext cx="384048" cy="384048"/>
          </a:xfrm>
          <a:prstGeom prst="rect">
            <a:avLst/>
          </a:prstGeom>
          <a:noFill/>
          <a:ln/>
        </p:spPr>
        <p:txBody>
          <a:bodyPr wrap="square" lIns="0" tIns="0" rIns="0" bIns="0" rtlCol="0" anchor="ctr"/>
          <a:lstStyle/>
          <a:p>
            <a:pPr algn="ctr" indent="0" marL="0">
              <a:buNone/>
            </a:pPr>
            <a:r>
              <a:rPr lang="en-US" sz="1400" b="1" dirty="0">
                <a:solidFill>
                  <a:srgbClr val="3A150A"/>
                </a:solidFill>
                <a:latin typeface="Calibri" pitchFamily="34" charset="0"/>
                <a:ea typeface="Calibri" pitchFamily="34" charset="-122"/>
                <a:cs typeface="Calibri" pitchFamily="34" charset="-120"/>
              </a:rPr>
              <a:t>8</a:t>
            </a:r>
            <a:endParaRPr lang="en-US" sz="1400" dirty="0"/>
          </a:p>
        </p:txBody>
      </p:sp>
      <p:sp>
        <p:nvSpPr>
          <p:cNvPr id="37" name="Text 33"/>
          <p:cNvSpPr txBox="1"/>
          <p:nvPr/>
        </p:nvSpPr>
        <p:spPr>
          <a:xfrm>
            <a:off x="5303520" y="3886200"/>
            <a:ext cx="3200400" cy="676656"/>
          </a:xfrm>
          <a:prstGeom prst="rect">
            <a:avLst/>
          </a:prstGeom>
          <a:noFill/>
          <a:ln/>
        </p:spPr>
        <p:txBody>
          <a:bodyPr wrap="square" lIns="0" tIns="0" rIns="0" bIns="0" rtlCol="0" anchor="ctr"/>
          <a:lstStyle/>
          <a:p>
            <a:pPr indent="0" marL="0">
              <a:spcAft>
                <a:spcPts val="100"/>
              </a:spcAft>
              <a:buNone/>
            </a:pPr>
            <a:r>
              <a:rPr lang="en-US" sz="1150" dirty="0">
                <a:solidFill>
                  <a:srgbClr val="FFF3E0"/>
                </a:solidFill>
                <a:latin typeface="Calibri" pitchFamily="34" charset="0"/>
                <a:ea typeface="Calibri" pitchFamily="34" charset="-122"/>
                <a:cs typeface="Calibri" pitchFamily="34" charset="-120"/>
              </a:rPr>
              <a:t>«Дважды два — четыре…»</a:t>
            </a:r>
            <a:endParaRPr lang="en-US" sz="1150" dirty="0"/>
          </a:p>
          <a:p>
            <a:pPr indent="0" marL="0">
              <a:spcAft>
                <a:spcPts val="100"/>
              </a:spcAft>
              <a:buNone/>
            </a:pPr>
            <a:r>
              <a:rPr lang="en-US" sz="1450" b="1" dirty="0">
                <a:solidFill>
                  <a:srgbClr val="EBB021"/>
                </a:solidFill>
                <a:latin typeface="Calibri" pitchFamily="34" charset="0"/>
                <a:ea typeface="Calibri" pitchFamily="34" charset="-122"/>
                <a:cs typeface="Calibri" pitchFamily="34" charset="-120"/>
              </a:rPr>
              <a:t>…это всем известно в целом мире»</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tmp/claude-0/-home-user-heinrich-mario/e7688653-8e48-5480-a009-7b18c0e4f8cc/scratchpad/img/road.jp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tmp/claude-0/-home-user-heinrich-mario/e7688653-8e48-5480-a009-7b18c0e4f8cc/scratchpad/art/overlay_bottom.png">    </p:cNvPr>
          <p:cNvPicPr>
            <a:picLocks noChangeAspect="1"/>
          </p:cNvPicPr>
          <p:nvPr/>
        </p:nvPicPr>
        <p:blipFill>
          <a:blip r:embed="rId2"/>
          <a:stretch>
            <a:fillRect/>
          </a:stretch>
        </p:blipFill>
        <p:spPr>
          <a:xfrm>
            <a:off x="0" y="0"/>
            <a:ext cx="9144000" cy="5143500"/>
          </a:xfrm>
          <a:prstGeom prst="rect">
            <a:avLst/>
          </a:prstGeom>
        </p:spPr>
      </p:pic>
      <p:sp>
        <p:nvSpPr>
          <p:cNvPr id="4" name="Shape 0"/>
          <p:cNvSpPr/>
          <p:nvPr/>
        </p:nvSpPr>
        <p:spPr>
          <a:xfrm>
            <a:off x="274320" y="274320"/>
            <a:ext cx="8595360" cy="4594860"/>
          </a:xfrm>
          <a:prstGeom prst="rect">
            <a:avLst/>
          </a:prstGeom>
          <a:ln w="19050">
            <a:solidFill>
              <a:srgbClr val="EBB021"/>
            </a:solidFill>
            <a:prstDash val="solid"/>
          </a:ln>
        </p:spPr>
      </p:sp>
      <p:pic>
        <p:nvPicPr>
          <p:cNvPr id="5" name="Image 2" descr="/tmp/claude-0/-home-user-heinrich-mario/e7688653-8e48-5480-a009-7b18c0e4f8cc/scratchpad/art/leaf_gold.png">    </p:cNvPr>
          <p:cNvPicPr>
            <a:picLocks noChangeAspect="1"/>
          </p:cNvPicPr>
          <p:nvPr/>
        </p:nvPicPr>
        <p:blipFill>
          <a:blip r:embed="rId3"/>
          <a:stretch>
            <a:fillRect/>
          </a:stretch>
        </p:blipFill>
        <p:spPr>
          <a:xfrm>
            <a:off x="384048" y="384048"/>
            <a:ext cx="1143000" cy="1143000"/>
          </a:xfrm>
          <a:prstGeom prst="rect">
            <a:avLst/>
          </a:prstGeom>
        </p:spPr>
      </p:pic>
      <p:pic>
        <p:nvPicPr>
          <p:cNvPr id="6" name="Image 3" descr="/tmp/claude-0/-home-user-heinrich-mario/e7688653-8e48-5480-a009-7b18c0e4f8cc/scratchpad/art/leaf_red.png">    </p:cNvPr>
          <p:cNvPicPr>
            <a:picLocks noChangeAspect="1"/>
          </p:cNvPicPr>
          <p:nvPr/>
        </p:nvPicPr>
        <p:blipFill>
          <a:blip r:embed="rId4"/>
          <a:stretch>
            <a:fillRect/>
          </a:stretch>
        </p:blipFill>
        <p:spPr>
          <a:xfrm>
            <a:off x="7635240" y="320040"/>
            <a:ext cx="1188720" cy="1188720"/>
          </a:xfrm>
          <a:prstGeom prst="rect">
            <a:avLst/>
          </a:prstGeom>
        </p:spPr>
      </p:pic>
      <p:pic>
        <p:nvPicPr>
          <p:cNvPr id="7" name="Image 4" descr="/tmp/claude-0/-home-user-heinrich-mario/e7688653-8e48-5480-a009-7b18c0e4f8cc/scratchpad/art/leaf_wine.png">    </p:cNvPr>
          <p:cNvPicPr>
            <a:picLocks noChangeAspect="1"/>
          </p:cNvPicPr>
          <p:nvPr/>
        </p:nvPicPr>
        <p:blipFill>
          <a:blip r:embed="rId5"/>
          <a:stretch>
            <a:fillRect/>
          </a:stretch>
        </p:blipFill>
        <p:spPr>
          <a:xfrm>
            <a:off x="7726680" y="3611880"/>
            <a:ext cx="1097280" cy="1097280"/>
          </a:xfrm>
          <a:prstGeom prst="rect">
            <a:avLst/>
          </a:prstGeom>
        </p:spPr>
      </p:pic>
      <p:pic>
        <p:nvPicPr>
          <p:cNvPr id="8" name="Image 5" descr="/tmp/claude-0/-home-user-heinrich-mario/e7688653-8e48-5480-a009-7b18c0e4f8cc/scratchpad/art/leaf_orange.png">    </p:cNvPr>
          <p:cNvPicPr>
            <a:picLocks noChangeAspect="1"/>
          </p:cNvPicPr>
          <p:nvPr/>
        </p:nvPicPr>
        <p:blipFill>
          <a:blip r:embed="rId6"/>
          <a:stretch>
            <a:fillRect/>
          </a:stretch>
        </p:blipFill>
        <p:spPr>
          <a:xfrm>
            <a:off x="365760" y="3703320"/>
            <a:ext cx="1051560" cy="1051560"/>
          </a:xfrm>
          <a:prstGeom prst="rect">
            <a:avLst/>
          </a:prstGeom>
        </p:spPr>
      </p:pic>
      <p:sp>
        <p:nvSpPr>
          <p:cNvPr id="9" name="Text 1"/>
          <p:cNvSpPr txBox="1"/>
          <p:nvPr/>
        </p:nvSpPr>
        <p:spPr>
          <a:xfrm>
            <a:off x="914400" y="1325880"/>
            <a:ext cx="7315200" cy="137160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ctr"/>
          <a:lstStyle/>
          <a:p>
            <a:pPr algn="ctr" indent="0" marL="0">
              <a:buNone/>
            </a:pPr>
            <a:r>
              <a:rPr lang="en-US" sz="8000" b="1" spc="1000" kern="0" dirty="0">
                <a:solidFill>
                  <a:srgbClr val="EBB021"/>
                </a:solidFill>
                <a:latin typeface="Cambria" pitchFamily="34" charset="0"/>
                <a:ea typeface="Cambria" pitchFamily="34" charset="-122"/>
                <a:cs typeface="Cambria" pitchFamily="34" charset="-120"/>
              </a:rPr>
              <a:t>ФИНАЛ</a:t>
            </a:r>
            <a:endParaRPr lang="en-US" sz="8000" dirty="0"/>
          </a:p>
        </p:txBody>
      </p:sp>
      <p:sp>
        <p:nvSpPr>
          <p:cNvPr id="10" name="Text 2"/>
          <p:cNvSpPr txBox="1"/>
          <p:nvPr/>
        </p:nvSpPr>
        <p:spPr>
          <a:xfrm>
            <a:off x="1097280" y="2788920"/>
            <a:ext cx="6949440" cy="45720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Считаем осенние листья и награждаем победителей!</a:t>
            </a:r>
            <a:endParaRPr lang="en-US" sz="2000" dirty="0"/>
          </a:p>
        </p:txBody>
      </p:sp>
      <p:sp>
        <p:nvSpPr>
          <p:cNvPr id="11" name="Text 3"/>
          <p:cNvSpPr txBox="1"/>
          <p:nvPr/>
        </p:nvSpPr>
        <p:spPr>
          <a:xfrm>
            <a:off x="1097280" y="3291840"/>
            <a:ext cx="6949440" cy="457200"/>
          </a:xfrm>
          <a:prstGeom prst="rect">
            <a:avLst/>
          </a:prstGeom>
          <a:noFill/>
          <a:ln/>
          <a:effectLst>
            <a:outerShdw sx="100000" sy="100000" kx="0" ky="0" algn="bl" rotWithShape="0" blurRad="50800" dist="25400" dir="5400000">
              <a:srgbClr val="000000">
                <a:alpha val="50000"/>
              </a:srgbClr>
            </a:outerShdw>
          </a:effectLst>
        </p:spPr>
        <p:txBody>
          <a:bodyPr wrap="square" lIns="0" tIns="0" rIns="0" bIns="0" rtlCol="0" anchor="ctr"/>
          <a:lstStyle/>
          <a:p>
            <a:pPr algn="ctr" indent="0" marL="0">
              <a:buNone/>
            </a:pPr>
            <a:r>
              <a:rPr lang="en-US" sz="1800" i="1" dirty="0">
                <a:solidFill>
                  <a:srgbClr val="FFF3E0"/>
                </a:solidFill>
                <a:latin typeface="Calibri" pitchFamily="34" charset="0"/>
                <a:ea typeface="Calibri" pitchFamily="34" charset="-122"/>
                <a:cs typeface="Calibri" pitchFamily="34" charset="-120"/>
              </a:rPr>
              <a:t>С Днём воспитателя, дорогие коллеги!</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С Днём воспитателя — осенний конкурс</dc:title>
  <dc:subject>PptxGenJS Presentation</dc:subject>
  <dc:creator>PptxGenJS</dc:creator>
  <cp:lastModifiedBy>PptxGenJS</cp:lastModifiedBy>
  <cp:revision>1</cp:revision>
  <dcterms:created xsi:type="dcterms:W3CDTF">2026-09-24T17:37:05Z</dcterms:created>
  <dcterms:modified xsi:type="dcterms:W3CDTF">2026-09-24T17:37:05Z</dcterms:modified>
</cp:coreProperties>
</file>