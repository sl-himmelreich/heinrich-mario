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Вступление. Древний Египет существовал около 3000 лет: примерно с 3100 г. до н. э. до 30 г. до н. э., когда страна стала римской провинцией.
Фото: 2H Media,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Нил разливался каждое лето и оставлял на полях чёрный ил — отсюда название страны Кемет. По разливам египтяне создали календарь из 365 дней.
Фото: Anthony Chen,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Пирамида Хеопса — самая большая из пирамид Гизы. Сейчас её высота около 138 м: верхушка и облицовка не сохранились. Самым высоким зданием мира она была почти 3800 лет, пока в 1311 году её не обогнал шпиль Линкольнского собора в Англии.
Фото: Thomas K,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Розеттский камень нашли французские солдаты в 1799 году. На нём один и тот же указ 196 г. до н. э. записан иероглифами, демотическим письмом и по-гречески. Сравнивая тексты, Жан-Франсуа Шампольон в 1822 году расшифровал иероглифы.
Фото: Jason Leung,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Мумифицировали не только людей, но и животных: кошек, ибисов, крокодилов — миллионы мумий.
Фото: The Cleveland Museum of Art,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Гробницу Тутанхамона в Долине царей нашёл археолог Говард Картер в ноябре 1922 года. Почти все другие царские гробницы разграбили ещё в древности.
Фото: Suzi Kim,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Посёлок строителей пирамид раскопали археологи Марк Лернер и Захи Хавасс, кладбище рабочих нашли в 1990 году. «Дневник Мерера» обнаружил Пьер Талле в 2013 году в Вади-эль-Джарф на берегу Красного моря.
Фото: Sayed Khalid,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Забастовка случилась на 29-м году правления фараона Рамсеса III; её описал писец Аменнахт в «Туринском папирусе о забастовке». Журнал прогулов — черепок-остракон из Британского музея времён Рамсеса II. На фото — гробница в Долине царей: именно такие гробницы строили рабочие Дейр-эль-Медины.
Фото: Dmitrii Zhodzishskii,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Последние мамонты жили на острове Врангеля примерно до 2000 г. до н. э., а пирамиду Хеопса построили около 2560 г. до н. э. Клеопатра умерла в 30 г. до н. э.: от пирамиды её отделяют около 2500 лет, а от полёта на Луну в 1969 году — около 2000. Рисунки Сфинкса без носа сделал датский путешественник Фредерик Норден в 1737 году, Наполеон пришёл в Египет в 1798-м. Краску «мумия коричневая» продавали до XX века. В 1890 году около 19 тонн кошачьих мумий привезли в Англию и продали как удобрение.
Фото: Dmitrii Zhodzishskii,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Финал. На фото — храм Рамсеса II в Абу-Симбеле.
Фото: Xiaoqian Shen,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intro_pyrami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685800"/>
            <a:ext cx="502920" cy="50292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640080" y="1325880"/>
            <a:ext cx="2562149" cy="274320"/>
          </a:xfrm>
          <a:prstGeom prst="roundRect">
            <a:avLst>
              <a:gd name="adj" fmla="val 50000"/>
            </a:avLst>
          </a:prstGeom>
          <a:solidFill>
            <a:srgbClr val="0F1A2B">
              <a:alpha val="70000"/>
            </a:srgbClr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3247949" y="132588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0080" y="1325880"/>
            <a:ext cx="25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ПУТЕШЕСТВИЕ В ПРОШЛОЕ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594360" y="1737360"/>
            <a:ext cx="786384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Древний Египет</a:t>
            </a:r>
            <a:endParaRPr lang="en-US" sz="48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788920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Пирамиды, мумии, иероглифы — и три тайны, о которых молчат учебники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3703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3000 лет истории  ·  30 династий фараонов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04164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nile_felucc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93192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0060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916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0060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ДАР НИЛА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800600" y="80467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Египет — дар Нила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4800600" y="1444752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сказал древнегреческий историк Геродот. Вокруг — пустыня, и только вдоль реки тянется полоса плодородной земли.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22128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ВРЕМЕНИ ГОДА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0060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1" name="Image 1" descr="/tmp/claude-0/-home-user-heinrich-mario/e7688653-8e48-5480-a009-7b18c0e4f8cc/scratchpad/egypt_build/assets/ic_water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262432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3951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Ахет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1032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разлив: вода несёт плодородный ил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5" name="Image 2" descr="/tmp/claude-0/-home-user-heinrich-mario/e7688653-8e48-5480-a009-7b18c0e4f8cc/scratchpad/egypt_build/assets/ic_wheat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26243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6539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Перет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3620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посев и всходы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45236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9" name="Image 3" descr="/tmp/claude-0/-home-user-heinrich-mario/e7688653-8e48-5480-a009-7b18c0e4f8cc/scratchpad/egypt_build/assets/ic_sun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2088" y="262432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9127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Шему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756208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урожая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800600" y="3703320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3" name="Image 4" descr="/tmp/claude-0/-home-user-heinrich-mario/e7688653-8e48-5480-a009-7b18c0e4f8cc/scratchpad/egypt_build/assets/ic_lotus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9114" y="3791834"/>
            <a:ext cx="225308" cy="22530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30952" y="3666744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 египтяне называли страну Кемет — «Чёрная земля» — по цвету нильского ила.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4800600" y="4233672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6" name="Image 5" descr="/tmp/claude-0/-home-user-heinrich-mario/e7688653-8e48-5480-a009-7b18c0e4f8cc/scratchpad/egypt_build/assets/ic_calendar_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9114" y="4322186"/>
            <a:ext cx="225308" cy="2253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330952" y="4197096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Год: 12 месяцев по 30 дней и ещё 5 праздничных — всего 365 дней.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s_came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33720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ПИРАМИДЫ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0467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Пирамида Хеопса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Построена около 2560 г. до н. э. для фараона Хуфу (Хеопса). Единственное из семи чудес света, дожившее до наших дней.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774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 м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высота при постройке — почти как 50-этажный дом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 млн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331720" y="3154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каменных блоков, в среднем по 2,5 тонны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31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3800 лет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оставалась самым высоким зданием на Земле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8017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hieroglyph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57200"/>
            <a:ext cx="1845259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439619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"/>
            <a:ext cx="1845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ИЕРОГЛИФЫ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Священные знаки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 египтяне называли иероглифы «словами бога».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901952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ey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01" y="1998513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182880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700 знаков: одни обозначали звуки, другие — целые слова.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606040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3" name="Image 2" descr="/tmp/claude-0/-home-user-heinrich-mario/e7688653-8e48-5480-a009-7b18c0e4f8cc/scratchpad/egypt_build/assets/ic_scroll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702601"/>
            <a:ext cx="245791" cy="24579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253288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Писали справа налево, слева направо и столбиком. Читать нужно навстречу лицам людей и птиц.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310128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6" name="Image 3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406689"/>
            <a:ext cx="245791" cy="24579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2369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Имена фараонов обводили овалом — картушем. Он должен был защищать имя от зла.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4014216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9" name="Image 4" descr="/tmp/claude-0/-home-user-heinrich-mario/e7688653-8e48-5480-a009-7b18c0e4f8cc/scratchpad/egypt_build/assets/ic_tablet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4110777"/>
            <a:ext cx="245791" cy="24579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43000" y="394106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Розеттский камень с одним текстом на трёх письменностях помог Шампольону прочитать иероглифы в 1822 году.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arcophag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566160" y="457200"/>
            <a:ext cx="1435608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47488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566160" y="457200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МУМИИ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 вечность за 70 дней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54533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041648" y="1472184"/>
            <a:ext cx="4645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Мозг доставали через нос длинным крючком — его считали ненужным.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9397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41648" y="2020824"/>
            <a:ext cx="4645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Печень, лёгкие, желудок и кишечник клали в 4 сосуда-канопы. Сердце оставляли в теле.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64261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041648" y="2569464"/>
            <a:ext cx="4645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дней тело сушили в соли натрон.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319125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041648" y="3118104"/>
            <a:ext cx="4645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Обматывали льняными бинтами, а между слоями клали амулеты.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566160" y="379476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7" name="Image 1" descr="/tmp/claude-0/-home-user-heinrich-mario/e7688653-8e48-5480-a009-7b18c0e4f8cc/scratchpad/egypt_build/assets/ic_feather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3986784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34340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 Осириса. </a:t>
            </a:r>
            <a:pPr indent="0" marL="0">
              <a:buNone/>
            </a:pPr>
            <a:r>
              <a:rPr lang="en-US" sz="12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Сердце взвешивали против пера богини истины Маат. Если оно оказывалось тяжелее, его съедало чудовище Амат.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1330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tut_mas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40233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46320" y="457200"/>
            <a:ext cx="194767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83971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46320" y="4572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ТУТАНХАМОН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804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Мальчик-фараон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4173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 фараоном примерно в 9 лет и умер около 19. Прославился не походами, а своей гробницей.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846320" y="2194560"/>
            <a:ext cx="1865376" cy="1115568"/>
          </a:xfrm>
          <a:prstGeom prst="roundRect">
            <a:avLst>
              <a:gd name="adj" fmla="val 8197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83480" y="228600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983480" y="2761488"/>
            <a:ext cx="1591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Говард Картер нашёл гробницу почти нетронутой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03136" y="2194560"/>
            <a:ext cx="1865376" cy="1115568"/>
          </a:xfrm>
          <a:prstGeom prst="roundRect">
            <a:avLst>
              <a:gd name="adj" fmla="val 8197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940296" y="228600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5000+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940296" y="2761488"/>
            <a:ext cx="1591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предметов было в гробнице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46320" y="3438144"/>
            <a:ext cx="1865376" cy="1115568"/>
          </a:xfrm>
          <a:prstGeom prst="roundRect">
            <a:avLst>
              <a:gd name="adj" fmla="val 8197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83480" y="3529584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кг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4983480" y="4005072"/>
            <a:ext cx="1591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чистого золота в погребальной маске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803136" y="3438144"/>
            <a:ext cx="1865376" cy="1115568"/>
          </a:xfrm>
          <a:prstGeom prst="roundRect">
            <a:avLst>
              <a:gd name="adj" fmla="val 8197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940296" y="3529584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 кг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940296" y="4005072"/>
            <a:ext cx="1591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весит внутренний гроб из золота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_blo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0"/>
            <a:ext cx="37490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0F1A2B">
              <a:alpha val="70000"/>
            </a:srgbClr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33720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1 ИЗ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 rot="-240000">
            <a:off x="2611526" y="438912"/>
            <a:ext cx="1600200" cy="292608"/>
          </a:xfrm>
          <a:prstGeom prst="rect">
            <a:avLst/>
          </a:prstGeom>
          <a:solidFill>
            <a:srgbClr val="A8432A"/>
          </a:solidFill>
          <a:ln w="12700">
            <a:solidFill>
              <a:srgbClr val="E7B8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УЧЕБНИКЕ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8686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Пирамиды строили</a:t>
            </a:r>
            <a:endParaRPr lang="en-US" sz="2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рабы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9" name="Image 1" descr="/tmp/claude-0/-home-user-heinrich-mario/e7688653-8e48-5480-a009-7b18c0e4f8cc/scratchpad/egypt_build/assets/ic_temple_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4" y="1935602"/>
            <a:ext cx="225308" cy="2253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173736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пирамид нашли посёлок строителей: пекарни, пивоварни и кладбище. Рабов вряд ли похоронили бы рядом с фараоном.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2" name="Image 2" descr="/tmp/claude-0/-home-user-heinrich-mario/e7688653-8e48-5480-a009-7b18c0e4f8cc/scratchpad/egypt_build/assets/ic_bread_n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" y="2648834"/>
            <a:ext cx="225308" cy="22530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245059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кормили хлебом, пивом и мясом. На скелетах видны сросшиеся переломы — их лечили врачи.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" y="3273552"/>
            <a:ext cx="402336" cy="402336"/>
          </a:xfrm>
          <a:prstGeom prst="ellipse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5" name="Image 3" descr="/tmp/claude-0/-home-user-heinrich-mario/e7688653-8e48-5480-a009-7b18c0e4f8cc/scratchpad/egypt_build/assets/ic_beer_n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3362066"/>
            <a:ext cx="225308" cy="22530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97280" y="316382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Бригады носили весёлые имена: «Друзья Хуфу», «Пьяницы Менкаура».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3986784"/>
            <a:ext cx="402336" cy="402336"/>
          </a:xfrm>
          <a:prstGeom prst="ellipse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8" name="Image 4" descr="/tmp/claude-0/-home-user-heinrich-mario/e7688653-8e48-5480-a009-7b18c0e4f8cc/scratchpad/egypt_build/assets/ic_papyrus_n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54" y="4075298"/>
            <a:ext cx="225308" cy="22530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0" y="387705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2013 году нашли «дневник Мерера» — старейший папирус в мире. Это журнал бригады, возившей камень для пирамиды Хеопса.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tomb_stai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9768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0F1A2B">
              <a:alpha val="70000"/>
            </a:srgbClr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08624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29768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2 ИЗ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 rot="-240000">
            <a:off x="6360566" y="438912"/>
            <a:ext cx="1600200" cy="292608"/>
          </a:xfrm>
          <a:prstGeom prst="rect">
            <a:avLst/>
          </a:prstGeom>
          <a:solidFill>
            <a:srgbClr val="A8432A"/>
          </a:solidFill>
          <a:ln w="12700">
            <a:solidFill>
              <a:srgbClr val="E7B8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УЧЕБНИКЕ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86868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забастовка</a:t>
            </a:r>
            <a:endParaRPr lang="en-US" sz="2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истории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1810512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1157 г. до н. э. </a:t>
            </a:r>
            <a:pPr indent="0" marL="0">
              <a:buNone/>
            </a:pPr>
            <a:r>
              <a:rPr lang="en-US" sz="125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строителям царских гробниц из посёлка Дейр-эль-Медина вовремя не выдали зерно — их зарплату. Они бросили работу, сели у храма и заявили: «Мы голодны!»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297680" y="27889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ПРОГУЛОВ: УВАЖИТЕЛЬНЫЕ ПРИЧИНЫ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1" name="Image 1" descr="/tmp/claude-0/-home-user-heinrich-mario/e7688653-8e48-5480-a009-7b18c0e4f8cc/scratchpad/egypt_build/assets/ic_beer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31729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659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«варил пиво»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53796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4" name="Image 2" descr="/tmp/claude-0/-home-user-heinrich-mario/e7688653-8e48-5480-a009-7b18c0e4f8cc/scratchpad/egypt_build/assets/ic_scorpion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317296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97687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«ужалил скорпион»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29768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7" name="Image 3" descr="/tmp/claude-0/-home-user-heinrich-mario/e7688653-8e48-5480-a009-7b18c0e4f8cc/scratchpad/egypt_build/assets/ic_eye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3703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73659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«болели глаза»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653796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20" name="Image 4" descr="/tmp/claude-0/-home-user-heinrich-mario/e7688653-8e48-5480-a009-7b18c0e4f8cc/scratchpad/egypt_build/assets/ic_mummy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70332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97687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«бальзамировал брата»</a:t>
            </a:r>
            <a:endParaRPr lang="en-US" sz="1150" dirty="0"/>
          </a:p>
        </p:txBody>
      </p:sp>
      <p:pic>
        <p:nvPicPr>
          <p:cNvPr id="22" name="Image 5" descr="/tmp/claude-0/-home-user-heinrich-mario/e7688653-8e48-5480-a009-7b18c0e4f8cc/scratchpad/egypt_build/assets/ic_calendar_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79392"/>
            <a:ext cx="292608" cy="29260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709160" y="424281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ещё неделя у египтян длилась 10 дней.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85292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phinx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1188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0F1A2B">
              <a:alpha val="70000"/>
            </a:srgbClr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0044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1188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3 ИЗ 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 rot="-240000">
            <a:off x="5674766" y="438912"/>
            <a:ext cx="1600200" cy="292608"/>
          </a:xfrm>
          <a:prstGeom prst="rect">
            <a:avLst/>
          </a:prstGeom>
          <a:solidFill>
            <a:srgbClr val="A8432A"/>
          </a:solidFill>
          <a:ln w="12700">
            <a:solidFill>
              <a:srgbClr val="E7B8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УЧЕБНИКЕ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3611880" y="86868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Мамонты, Клеопатра</a:t>
            </a:r>
            <a:endParaRPr lang="en-US" sz="2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нос Сфинкса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611880" y="1810512"/>
            <a:ext cx="2487168" cy="1353312"/>
          </a:xfrm>
          <a:prstGeom prst="roundRect">
            <a:avLst>
              <a:gd name="adj" fmla="val 6757"/>
            </a:avLst>
          </a:prstGeom>
          <a:solidFill>
            <a:srgbClr val="1A2C48"/>
          </a:solidFill>
          <a:ln w="9525">
            <a:solidFill>
              <a:srgbClr val="3A5175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mammot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938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60520" y="1938528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BE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Мамонты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2359152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строили пирамиду Хеопса, на острове Врангеля ещё жили мамонты.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99632" y="1810512"/>
            <a:ext cx="2487168" cy="1353312"/>
          </a:xfrm>
          <a:prstGeom prst="roundRect">
            <a:avLst>
              <a:gd name="adj" fmla="val 6757"/>
            </a:avLst>
          </a:prstGeom>
          <a:solidFill>
            <a:srgbClr val="1A2C48"/>
          </a:solidFill>
          <a:ln w="9525">
            <a:solidFill>
              <a:srgbClr val="3A5175"/>
            </a:solidFill>
            <a:prstDash val="solid"/>
          </a:ln>
        </p:spPr>
      </p:sp>
      <p:pic>
        <p:nvPicPr>
          <p:cNvPr id="14" name="Image 2" descr="/tmp/claude-0/-home-user-heinrich-mario/e7688653-8e48-5480-a009-7b18c0e4f8cc/scratchpad/egypt_build/assets/ic_crown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792" y="1938528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48272" y="1938528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BE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Клеопатра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336792" y="2359152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Жила ближе к полёту на Луну, чем к постройке пирамид. И по происхождению была гречанкой.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3611880" y="3273552"/>
            <a:ext cx="2487168" cy="1353312"/>
          </a:xfrm>
          <a:prstGeom prst="roundRect">
            <a:avLst>
              <a:gd name="adj" fmla="val 6757"/>
            </a:avLst>
          </a:prstGeom>
          <a:solidFill>
            <a:srgbClr val="1A2C48"/>
          </a:solidFill>
          <a:ln w="9525">
            <a:solidFill>
              <a:srgbClr val="3A5175"/>
            </a:solidFill>
            <a:prstDash val="solid"/>
          </a:ln>
        </p:spPr>
      </p:sp>
      <p:pic>
        <p:nvPicPr>
          <p:cNvPr id="18" name="Image 3" descr="/tmp/claude-0/-home-user-heinrich-mario/e7688653-8e48-5480-a009-7b18c0e4f8cc/scratchpad/egypt_build/assets/ic_sphinx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401568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160520" y="3401568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BE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Нос Сфинкса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3749040" y="3822192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Его отбил не Наполеон: на рисунках 1737 года носа уже нет.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199632" y="3273552"/>
            <a:ext cx="2487168" cy="1353312"/>
          </a:xfrm>
          <a:prstGeom prst="roundRect">
            <a:avLst>
              <a:gd name="adj" fmla="val 6757"/>
            </a:avLst>
          </a:prstGeom>
          <a:solidFill>
            <a:srgbClr val="1A2C48"/>
          </a:solidFill>
          <a:ln w="9525">
            <a:solidFill>
              <a:srgbClr val="3A5175"/>
            </a:solidFill>
            <a:prstDash val="solid"/>
          </a:ln>
        </p:spPr>
      </p:sp>
      <p:pic>
        <p:nvPicPr>
          <p:cNvPr id="22" name="Image 4" descr="/tmp/claude-0/-home-user-heinrich-mario/e7688653-8e48-5480-a009-7b18c0e4f8cc/scratchpad/egypt_build/assets/ic_paint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401568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748272" y="3401568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BE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Мумии на продажу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336792" y="3822192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Европе из мумий делали лекарства и краску, а 19 тонн кошачьих мумий пустили на удобрение.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abu_simb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868680"/>
            <a:ext cx="548640" cy="54864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57200" y="1554480"/>
            <a:ext cx="822960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2468880"/>
            <a:ext cx="7315200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Древний Египет хранит ещё тысячи тайн — ищите их сами!</a:t>
            </a:r>
            <a:endParaRPr lang="en-US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914400" y="3429000"/>
            <a:ext cx="731520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rgbClr val="E3BE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by Heinrich Studio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Древний Египет</dc:title>
  <dc:subject>PptxGenJS Presentation</dc:subject>
  <dc:creator>Heinrich Studio</dc:creator>
  <cp:lastModifiedBy>Heinrich Studio</cp:lastModifiedBy>
  <cp:revision>1</cp:revision>
  <dcterms:created xsi:type="dcterms:W3CDTF">2026-10-18T20:47:02Z</dcterms:created>
  <dcterms:modified xsi:type="dcterms:W3CDTF">2026-10-18T20:47:02Z</dcterms:modified>
</cp:coreProperties>
</file>