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Вступление. Древний Египет существовал около 3000 лет: примерно с 3100 г. до н. э. до 30 г. до н. э., когда страна стала римской провинцией.
Фото: 2H Media, Unsplash.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Нил разливался каждое лето и оставлял на полях чёрный ил — отсюда название страны Кемет. По разливам египтяне создали календарь из 365 дней.
Фото: Anthony Chen, Unsplash.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Пирамида Хеопса — самая большая из пирамид Гизы. Сейчас её высота около 138 м: верхушка и облицовка не сохранились. Самым высоким зданием мира она была почти 3800 лет, пока в 1311 году её не обогнал шпиль Линкольнского собора в Англии.
Фото: Thomas K, Unsplash.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Розеттский камень нашли французские солдаты в 1799 году. На нём один и тот же указ 196 г. до н. э. записан иероглифами, демотическим письмом и по-гречески. Сравнивая тексты, Жан-Франсуа Шампольон в 1822 году расшифровал иероглифы.
Фото: Jason Leung, Unsplash.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Мумифицировали не только людей, но и животных: кошек, ибисов, крокодилов — миллионы мумий.
Осирис — бог загробного мира и судья умерших. Маат — богиня правды и порядка, её символ — страусиное перо. Амат (Аммит) — чудовище из «Книги мёртвых»: если сердце оказывалось тяжелее пера, Амат съедала его, и душа исчезала навсегда.
Фото: The Cleveland Museum of Art, Unsplash.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Тутанхамон правил около 1332–1323 гг. до н. э. Он вернул почитание старых богов, которых отменил его отец Эхнатон. Гробницу в Долине царей нашёл археолог Говард Картер в ноябре 1922 года: её вход скрывали обломки, оставшиеся после строительства соседней гробницы Рамсеса VI. Почти все остальные царские гробницы разграбили ещё в древности. Внутренний гроб фараона сделан из золота и весит около 110 кг.
Фото: Suzi Kim, Unsplash.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Посёлок строителей пирамид раскопали археологи Марк Лернер и Захи Хавасс, кладбище рабочих нашли в 1990 году. «Дневник Мерера» обнаружил Пьер Талле в 2013 году в Вади-эль-Джарф на берегу Красного моря.
Фото: Sayed Khalid, Unsplash.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Забастовка случилась на 29-м году правления фараона Рамсеса III; её описал писец Аменнахт в «Туринском папирусе о забастовке». Журнал прогулов — черепок-остракон из Британского музея времён Рамсеса II. На фото — гробница в Долине царей: именно такие гробницы строили рабочие Дейр-эль-Медины.
Фото: Dmitrii Zhodzishskii, Unsplash.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Нос Сфинкса. По легенде, его отстрелили из пушки французские солдаты Наполеона во время Египетского похода 1798 года. Но датский капитан Фредерик Норден зарисовал Сфинкса ещё в 1737 году, и носа на рисунках уже нет. Египетский историк аль-Макризи (XV век) писал, что в 1378 году лицо статуи изуродовал суфий Мухаммад Саим ад-Дахр: его возмущало, что крестьяне приносят Сфинксу дары, чтобы получить хороший урожай. Египтолог Марк Лернер нашёл на лице следы стержней и зубил, которыми нос отбивали намеренно.
Мамонты на острове Врангеля жили примерно до 2000 г. до н. э., а пирамиду Хеопса построили около 2560 г. до н. э. Клеопатра умерла в 30 г. до н. э.: от пирамиды её отделяют около 2500 лет, от полёта на Луну в 1969 году — около 2000. Краску «мумия коричневая» продавали до XX века, а в 1890 году около 19 тонн кошачьих мумий привезли в Англию и продали как удобрение.
Фото: Dmitrii Zhodzishskii, Unsplash.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Финал. На фото — храм Рамсеса II в Абу-Симбеле.
Фото: Xiaoqian Shen, Unsplash.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inrich-mario/e7688653-8e48-5480-a009-7b18c0e4f8cc/scratchpad/egypt_build/assets/intro_pyrami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claude-0/-home-user-heinrich-mario/e7688653-8e48-5480-a009-7b18c0e4f8cc/scratchpad/egypt_build/assets/ov_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tmp/claude-0/-home-user-heinrich-mario/e7688653-8e48-5480-a009-7b18c0e4f8cc/scratchpad/egypt_build/assets/ic_ankh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85800"/>
            <a:ext cx="502920" cy="50292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640080" y="1325880"/>
            <a:ext cx="2562149" cy="274320"/>
          </a:xfrm>
          <a:prstGeom prst="roundRect">
            <a:avLst>
              <a:gd name="adj" fmla="val 50000"/>
            </a:avLst>
          </a:prstGeom>
          <a:solidFill>
            <a:srgbClr val="0F1A2B">
              <a:alpha val="70000"/>
            </a:srgbClr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3247949" y="132588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40080" y="1325880"/>
            <a:ext cx="2562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3B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ПУТЕШЕСТВИЕ В ПРОШЛОЕ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594360" y="1737360"/>
            <a:ext cx="786384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Древний Египет</a:t>
            </a:r>
            <a:endParaRPr lang="en-US" sz="480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2788920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D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Пирамиды, мумии, иероглифы и удивительные факты о стране фараонов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3B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3000 лет истории  ·  30 династий фараонов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D8C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402336"/>
            <a:ext cx="4041648" cy="4315968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3" name="Image 0" descr="/tmp/claude-0/-home-user-heinrich-mario/e7688653-8e48-5480-a009-7b18c0e4f8cc/scratchpad/egypt_build/assets/nile_felucc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393192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800600" y="457200"/>
            <a:ext cx="1742846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9166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800600" y="45720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ДАР НИЛА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800600" y="80467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Египет — дар Нила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4800600" y="144475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сказал древнегреческий историк Геродот. Вокруг — пустыня, и только вдоль реки тянется полоса плодородной земли.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221284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ВРЕМЕНИ ГОДА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00600" y="2514600"/>
            <a:ext cx="1216152" cy="1024128"/>
          </a:xfrm>
          <a:prstGeom prst="roundRect">
            <a:avLst>
              <a:gd name="adj" fmla="val 8929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pic>
        <p:nvPicPr>
          <p:cNvPr id="11" name="Image 1" descr="/tmp/claude-0/-home-user-heinrich-mario/e7688653-8e48-5480-a009-7b18c0e4f8cc/scratchpad/egypt_build/assets/ic_water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262432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39512" y="260604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Ахет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910328" y="2971800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разлив: вода несёт плодородный ил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2514600"/>
            <a:ext cx="1216152" cy="1024128"/>
          </a:xfrm>
          <a:prstGeom prst="roundRect">
            <a:avLst>
              <a:gd name="adj" fmla="val 8929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pic>
        <p:nvPicPr>
          <p:cNvPr id="15" name="Image 2" descr="/tmp/claude-0/-home-user-heinrich-mario/e7688653-8e48-5480-a009-7b18c0e4f8cc/scratchpad/egypt_build/assets/ic_wheat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262432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65392" y="260604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Перет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36208" y="2971800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посев и всходы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452360" y="2514600"/>
            <a:ext cx="1216152" cy="1024128"/>
          </a:xfrm>
          <a:prstGeom prst="roundRect">
            <a:avLst>
              <a:gd name="adj" fmla="val 8929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pic>
        <p:nvPicPr>
          <p:cNvPr id="19" name="Image 3" descr="/tmp/claude-0/-home-user-heinrich-mario/e7688653-8e48-5480-a009-7b18c0e4f8cc/scratchpad/egypt_build/assets/ic_sun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2624328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891272" y="260604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Шему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7562088" y="2971800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урожая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800600" y="3703320"/>
            <a:ext cx="402336" cy="402336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23" name="Image 4" descr="/tmp/claude-0/-home-user-heinrich-mario/e7688653-8e48-5480-a009-7b18c0e4f8cc/scratchpad/egypt_build/assets/ic_lotus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9114" y="3791834"/>
            <a:ext cx="225308" cy="22530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30952" y="3666744"/>
            <a:ext cx="3355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Сами египтяне называли страну Кемет — «Чёрная земля» — по цвету нильского ила.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800600" y="4233672"/>
            <a:ext cx="402336" cy="402336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26" name="Image 5" descr="/tmp/claude-0/-home-user-heinrich-mario/e7688653-8e48-5480-a009-7b18c0e4f8cc/scratchpad/egypt_build/assets/ic_calendar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9114" y="4322186"/>
            <a:ext cx="225308" cy="22530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330952" y="4197096"/>
            <a:ext cx="3355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Год: 12 месяцев по 30 дней и ещё 5 праздничных — всего 365 дней.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8A7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inrich-mario/e7688653-8e48-5480-a009-7b18c0e4f8cc/scratchpad/egypt_build/assets/pyramids_camel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1742846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337206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457200"/>
            <a:ext cx="1742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ПИРАМИДЫ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0467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Пирамида Хеопса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447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Построена около 2560 г. до н. э. для фараона Хуфу (Хеопса). Единственное из семи чудес света, дожившее до наших дней.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774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 м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2331720" y="2377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высота при постройке — почти как 50-этажный дом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1546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 млн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2331720" y="31546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каменных блоков, в среднем по 2,5 тонны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9319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3800 лет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2331720" y="3931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оставалась самым высоким зданием на Земле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8A7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0176" y="402336"/>
            <a:ext cx="2761488" cy="4315968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3" name="Image 0" descr="/tmp/claude-0/-home-user-heinrich-mario/e7688653-8e48-5480-a009-7b18c0e4f8cc/scratchpad/egypt_build/assets/hieroglyph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0"/>
            <a:ext cx="265176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57200"/>
            <a:ext cx="1845259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439619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57200"/>
            <a:ext cx="18452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ИЕРОГЛИФЫ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80467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Священные знаки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Сами египтяне называли иероглифы «словами бога».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901952"/>
            <a:ext cx="438912" cy="438912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0" name="Image 1" descr="/tmp/claude-0/-home-user-heinrich-mario/e7688653-8e48-5480-a009-7b18c0e4f8cc/scratchpad/egypt_build/assets/ic_ey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1998513"/>
            <a:ext cx="245791" cy="24579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1828800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700 знаков: одни обозначали звуки, другие — целые слова.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606040"/>
            <a:ext cx="438912" cy="438912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3" name="Image 2" descr="/tmp/claude-0/-home-user-heinrich-mario/e7688653-8e48-5480-a009-7b18c0e4f8cc/scratchpad/egypt_build/assets/ic_scroll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1" y="2702601"/>
            <a:ext cx="245791" cy="24579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532888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Писали справа налево, слева направо и столбиком. Читать нужно навстречу лицам людей и птиц.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310128"/>
            <a:ext cx="438912" cy="438912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6" name="Image 3" descr="/tmp/claude-0/-home-user-heinrich-mario/e7688653-8e48-5480-a009-7b18c0e4f8cc/scratchpad/egypt_build/assets/ic_ankh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01" y="3406689"/>
            <a:ext cx="245791" cy="24579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236976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 фараонов обводили овалом — картушем. Он должен был защищать имя от зла.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48640" y="4014216"/>
            <a:ext cx="438912" cy="438912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9" name="Image 4" descr="/tmp/claude-0/-home-user-heinrich-mario/e7688653-8e48-5480-a009-7b18c0e4f8cc/scratchpad/egypt_build/assets/ic_tablet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01" y="4110777"/>
            <a:ext cx="245791" cy="245791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43000" y="3941064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Розеттский камень с одним текстом на трёх письменностях помог Шампольону прочитать иероглифы в 1822 году.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8A7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402336"/>
            <a:ext cx="2761488" cy="4315968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3" name="Image 0" descr="/tmp/claude-0/-home-user-heinrich-mario/e7688653-8e48-5480-a009-7b18c0e4f8cc/scratchpad/egypt_build/assets/sarcophagu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65176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66160" y="457200"/>
            <a:ext cx="1435608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47488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566160" y="45720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МУМИИ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80467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Путь в вечность за 70 дней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3566160" y="1481328"/>
            <a:ext cx="310896" cy="310896"/>
          </a:xfrm>
          <a:prstGeom prst="ellipse">
            <a:avLst/>
          </a:prstGeom>
          <a:solidFill>
            <a:srgbClr val="A8432A"/>
          </a:solidFill>
          <a:ln>
            <a:solidFill>
              <a:srgbClr val="A843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14173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Мозг доставали через нос длинным крючком — его считали ненужным.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1938528"/>
            <a:ext cx="310896" cy="310896"/>
          </a:xfrm>
          <a:prstGeom prst="ellipse">
            <a:avLst/>
          </a:prstGeom>
          <a:solidFill>
            <a:srgbClr val="A8432A"/>
          </a:solidFill>
          <a:ln>
            <a:solidFill>
              <a:srgbClr val="A843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023360" y="18745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Печень, лёгкие, желудок и кишечник клали в 4 сосуда-канопы. Сердце оставляли в теле.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2395728"/>
            <a:ext cx="310896" cy="310896"/>
          </a:xfrm>
          <a:prstGeom prst="ellipse">
            <a:avLst/>
          </a:prstGeom>
          <a:solidFill>
            <a:srgbClr val="A8432A"/>
          </a:solidFill>
          <a:ln>
            <a:solidFill>
              <a:srgbClr val="A843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023360" y="23317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дней тело сушили в соли натрон.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2852928"/>
            <a:ext cx="310896" cy="310896"/>
          </a:xfrm>
          <a:prstGeom prst="ellipse">
            <a:avLst/>
          </a:prstGeom>
          <a:solidFill>
            <a:srgbClr val="A8432A"/>
          </a:solidFill>
          <a:ln>
            <a:solidFill>
              <a:srgbClr val="A843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27889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Обматывали льняными бинтами, а между слоями клали амулеты.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566160" y="3310128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pic>
        <p:nvPicPr>
          <p:cNvPr id="17" name="Image 1" descr="/tmp/claude-0/-home-user-heinrich-mario/e7688653-8e48-5480-a009-7b18c0e4f8cc/scratchpad/egypt_build/assets/ic_scales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3465576"/>
            <a:ext cx="438912" cy="43891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343400" y="34015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B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 Осириса. </a:t>
            </a:r>
            <a:pPr indent="0" marL="0">
              <a:buNone/>
            </a:pPr>
            <a:r>
              <a:rPr lang="en-US" sz="1150" dirty="0">
                <a:solidFill>
                  <a:srgbClr val="F3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Бог загробного мира Осирис взвешивал сердце умершего против пера богини правды Маат. Если сердце было лёгким, человек попадал в загробный рай.</a:t>
            </a:r>
            <a:endParaRPr lang="en-US" sz="1150" dirty="0"/>
          </a:p>
        </p:txBody>
      </p:sp>
      <p:pic>
        <p:nvPicPr>
          <p:cNvPr id="19" name="Image 2" descr="/tmp/claude-0/-home-user-heinrich-mario/e7688653-8e48-5480-a009-7b18c0e4f8cc/scratchpad/egypt_build/assets/ic_croc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4160520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343400" y="40599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B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Амат</a:t>
            </a:r>
            <a:pPr indent="0" marL="0">
              <a:buNone/>
            </a:pPr>
            <a:r>
              <a:rPr lang="en-US" sz="1150" dirty="0">
                <a:solidFill>
                  <a:srgbClr val="F3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чудовище «пожирательница мёртвых»: пасть крокодила, тело льва и задние ноги бегемота. Тяжёлое сердце грешника она съедала.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8A7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402336"/>
            <a:ext cx="4133088" cy="4315968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3" name="Image 0" descr="/tmp/claude-0/-home-user-heinrich-mario/e7688653-8e48-5480-a009-7b18c0e4f8cc/scratchpad/egypt_build/assets/tut_mas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02336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041648"/>
            <a:ext cx="4023360" cy="621792"/>
          </a:xfrm>
          <a:prstGeom prst="rect">
            <a:avLst/>
          </a:prstGeom>
          <a:solidFill>
            <a:srgbClr val="0F1A2B">
              <a:alpha val="80000"/>
            </a:srgbClr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407822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фото: </a:t>
            </a:r>
            <a:pPr indent="0" marL="0">
              <a:buNone/>
            </a:pPr>
            <a:r>
              <a:rPr lang="en-US" sz="1100" dirty="0">
                <a:solidFill>
                  <a:srgbClr val="F3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золотая погребальная маска Тутанхамона. Большой Египетский музей, Каир.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846320" y="457200"/>
            <a:ext cx="1947672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39712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45720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ТУТАНХАМОН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80467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Мальчик-фараон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846320" y="1517904"/>
            <a:ext cx="365760" cy="36576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1" name="Image 1" descr="/tmp/claude-0/-home-user-heinrich-mario/e7688653-8e48-5480-a009-7b18c0e4f8cc/scratchpad/egypt_build/assets/ic_crown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6787" y="1598371"/>
            <a:ext cx="204826" cy="20482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444752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 фараоном примерно в 9 лет, поэтому страной за него правили советники.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846320" y="2084832"/>
            <a:ext cx="365760" cy="36576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4" name="Image 2" descr="/tmp/claude-0/-home-user-heinrich-mario/e7688653-8e48-5480-a009-7b18c0e4f8cc/scratchpad/egypt_build/assets/ic_scarab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787" y="2165299"/>
            <a:ext cx="204826" cy="20482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49240" y="201168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Умер около 19 лет. Почему так рано, учёные спорят до сих пор.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2651760"/>
            <a:ext cx="365760" cy="365760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7" name="Image 3" descr="/tmp/claude-0/-home-user-heinrich-mario/e7688653-8e48-5480-a009-7b18c0e4f8cc/scratchpad/egypt_build/assets/ic_ston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787" y="2732227"/>
            <a:ext cx="204826" cy="20482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49240" y="2578608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в гробницу завалило камнями при строительстве соседней — поэтому грабители её не нашли.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846320" y="3364992"/>
            <a:ext cx="1207008" cy="1261872"/>
          </a:xfrm>
          <a:prstGeom prst="roundRect">
            <a:avLst>
              <a:gd name="adj" fmla="val 7576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4956048" y="347472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1922</a:t>
            </a:r>
            <a:endParaRPr lang="en-US" sz="2100" dirty="0"/>
          </a:p>
        </p:txBody>
      </p:sp>
      <p:sp>
        <p:nvSpPr>
          <p:cNvPr id="21" name="Text 15"/>
          <p:cNvSpPr txBox="1"/>
          <p:nvPr/>
        </p:nvSpPr>
        <p:spPr>
          <a:xfrm>
            <a:off x="4956048" y="3931920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Говард Картер открыл гробницу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163056" y="3364992"/>
            <a:ext cx="1207008" cy="1261872"/>
          </a:xfrm>
          <a:prstGeom prst="roundRect">
            <a:avLst>
              <a:gd name="adj" fmla="val 7576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sp>
        <p:nvSpPr>
          <p:cNvPr id="23" name="Text 17"/>
          <p:cNvSpPr txBox="1"/>
          <p:nvPr/>
        </p:nvSpPr>
        <p:spPr>
          <a:xfrm>
            <a:off x="6272784" y="347472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5000+</a:t>
            </a:r>
            <a:endParaRPr lang="en-US" sz="2100" dirty="0"/>
          </a:p>
        </p:txBody>
      </p:sp>
      <p:sp>
        <p:nvSpPr>
          <p:cNvPr id="24" name="Text 18"/>
          <p:cNvSpPr txBox="1"/>
          <p:nvPr/>
        </p:nvSpPr>
        <p:spPr>
          <a:xfrm>
            <a:off x="6272784" y="3931920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предметов нашли внутри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479792" y="3364992"/>
            <a:ext cx="1207008" cy="1261872"/>
          </a:xfrm>
          <a:prstGeom prst="roundRect">
            <a:avLst>
              <a:gd name="adj" fmla="val 7576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sp>
        <p:nvSpPr>
          <p:cNvPr id="26" name="Text 20"/>
          <p:cNvSpPr txBox="1"/>
          <p:nvPr/>
        </p:nvSpPr>
        <p:spPr>
          <a:xfrm>
            <a:off x="7589520" y="3474720"/>
            <a:ext cx="987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кг</a:t>
            </a:r>
            <a:endParaRPr lang="en-US" sz="2100" dirty="0"/>
          </a:p>
        </p:txBody>
      </p:sp>
      <p:sp>
        <p:nvSpPr>
          <p:cNvPr id="27" name="Text 21"/>
          <p:cNvSpPr txBox="1"/>
          <p:nvPr/>
        </p:nvSpPr>
        <p:spPr>
          <a:xfrm>
            <a:off x="7589520" y="3931920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золота в этой маске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8A7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inrich-mario/e7688653-8e48-5480-a009-7b18c0e4f8cc/scratchpad/egypt_build/assets/pyramid_block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0"/>
            <a:ext cx="37490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2664562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258922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457200"/>
            <a:ext cx="2664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СТРОИТЕЛИ ПИРАМИД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41248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Пирамиды строили</a:t>
            </a:r>
            <a:endParaRPr lang="en-US" sz="2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рабы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847088"/>
            <a:ext cx="402336" cy="402336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8" name="Image 1" descr="/tmp/claude-0/-home-user-heinrich-mario/e7688653-8e48-5480-a009-7b18c0e4f8cc/scratchpad/egypt_build/assets/ic_temp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4" y="1935602"/>
            <a:ext cx="225308" cy="2253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737360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пирамид нашли посёлок строителей: пекарни, пивоварни и кладбище. Рабов вряд ли похоронили бы рядом с фараоном.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1" name="Image 2" descr="/tmp/claude-0/-home-user-heinrich-mario/e7688653-8e48-5480-a009-7b18c0e4f8cc/scratchpad/egypt_build/assets/ic_bread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54" y="2648834"/>
            <a:ext cx="225308" cy="2253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5059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Рабочих кормили хлебом, пивом и мясом. На скелетах видны сросшиеся переломы — их лечили врачи.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3273552"/>
            <a:ext cx="402336" cy="402336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4" name="Image 3" descr="/tmp/claude-0/-home-user-heinrich-mario/e7688653-8e48-5480-a009-7b18c0e4f8cc/scratchpad/egypt_build/assets/ic_beer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54" y="3362066"/>
            <a:ext cx="225308" cy="22530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6382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Бригады носили весёлые имена: «Друзья Хуфу», «Пьяницы Менкаура».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48640" y="3986784"/>
            <a:ext cx="402336" cy="402336"/>
          </a:xfrm>
          <a:prstGeom prst="ellipse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pic>
        <p:nvPicPr>
          <p:cNvPr id="17" name="Image 4" descr="/tmp/claude-0/-home-user-heinrich-mario/e7688653-8e48-5480-a009-7b18c0e4f8cc/scratchpad/egypt_build/assets/ic_papyrus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154" y="4075298"/>
            <a:ext cx="225308" cy="22530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7705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2013 году нашли «дневник Мерера» — старейший папирус в мире. Это журнал бригады, возившей камень для пирамиды Хеопса.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8A7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inrich-mario/e7688653-8e48-5480-a009-7b18c0e4f8cc/scratchpad/egypt_build/assets/tomb_stair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404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97680" y="457200"/>
            <a:ext cx="2664562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007962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297680" y="457200"/>
            <a:ext cx="2664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СТРОИТЕЛИ ГРОБНИЦ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297680" y="841248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 забастовка</a:t>
            </a:r>
            <a:endParaRPr lang="en-US" sz="2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истории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181051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Около 1157 г. до н. э. </a:t>
            </a:r>
            <a:pPr indent="0" marL="0">
              <a:buNone/>
            </a:pPr>
            <a:r>
              <a:rPr lang="en-US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строителям царских гробниц из посёлка Дейр-эль-Медина вовремя не выдали зерно — их зарплату. Они бросили работу, сели у храма и заявили: «Мы голодны!»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2788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5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ПРОГУЛОВ: УВАЖИТЕЛЬНЫЕ ПРИЧИНЫ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3090672"/>
            <a:ext cx="2130552" cy="438912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2700">
            <a:solidFill>
              <a:srgbClr val="D4A537"/>
            </a:solidFill>
            <a:prstDash val="solid"/>
          </a:ln>
        </p:spPr>
      </p:sp>
      <p:pic>
        <p:nvPicPr>
          <p:cNvPr id="10" name="Image 1" descr="/tmp/claude-0/-home-user-heinrich-mario/e7688653-8e48-5480-a009-7b18c0e4f8cc/scratchpad/egypt_build/assets/ic_beer_n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317296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6592" y="3090672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«варил пиво»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537960" y="3090672"/>
            <a:ext cx="2130552" cy="438912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2700">
            <a:solidFill>
              <a:srgbClr val="D4A537"/>
            </a:solidFill>
            <a:prstDash val="solid"/>
          </a:ln>
        </p:spPr>
      </p:sp>
      <p:pic>
        <p:nvPicPr>
          <p:cNvPr id="13" name="Image 2" descr="/tmp/claude-0/-home-user-heinrich-mario/e7688653-8e48-5480-a009-7b18c0e4f8cc/scratchpad/egypt_build/assets/ic_scorpion_n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17296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76872" y="3090672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«ужалил скорпион»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297680" y="3621024"/>
            <a:ext cx="2130552" cy="438912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2700">
            <a:solidFill>
              <a:srgbClr val="D4A537"/>
            </a:solidFill>
            <a:prstDash val="solid"/>
          </a:ln>
        </p:spPr>
      </p:sp>
      <p:pic>
        <p:nvPicPr>
          <p:cNvPr id="16" name="Image 3" descr="/tmp/claude-0/-home-user-heinrich-mario/e7688653-8e48-5480-a009-7b18c0e4f8cc/scratchpad/egypt_build/assets/ic_eye_n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370332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736592" y="3621024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«болели глаза»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537960" y="3621024"/>
            <a:ext cx="2130552" cy="438912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2700">
            <a:solidFill>
              <a:srgbClr val="D4A537"/>
            </a:solidFill>
            <a:prstDash val="solid"/>
          </a:ln>
        </p:spPr>
      </p:sp>
      <p:pic>
        <p:nvPicPr>
          <p:cNvPr id="19" name="Image 4" descr="/tmp/claude-0/-home-user-heinrich-mario/e7688653-8e48-5480-a009-7b18c0e4f8cc/scratchpad/egypt_build/assets/ic_mummy_n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370332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76872" y="3621024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«бальзамировал брата»</a:t>
            </a:r>
            <a:endParaRPr lang="en-US" sz="1150" dirty="0"/>
          </a:p>
        </p:txBody>
      </p:sp>
      <p:pic>
        <p:nvPicPr>
          <p:cNvPr id="21" name="Image 5" descr="/tmp/claude-0/-home-user-heinrich-mario/e7688653-8e48-5480-a009-7b18c0e4f8cc/scratchpad/egypt_build/assets/ic_calendar_n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4279392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709160" y="424281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ещё неделя у египтян длилась 10 дней.</a:t>
            </a:r>
            <a:endParaRPr lang="en-US" sz="1250" dirty="0"/>
          </a:p>
        </p:txBody>
      </p:sp>
      <p:sp>
        <p:nvSpPr>
          <p:cNvPr id="23" name="Text 15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D8C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402336"/>
            <a:ext cx="2852928" cy="4315968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3" name="Image 0" descr="/tmp/claude-0/-home-user-heinrich-mario/e7688653-8e48-5480-a009-7b18c0e4f8cc/scratchpad/egypt_build/assets/sphinx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11880" y="457200"/>
            <a:ext cx="1538021" cy="27432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15875">
            <a:solidFill>
              <a:srgbClr val="D4A53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195621" y="457200"/>
            <a:ext cx="45720" cy="27432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11880" y="457200"/>
            <a:ext cx="15380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8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СФИНКС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611880" y="804672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отбил нос Сфинксу?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611880" y="1463040"/>
            <a:ext cx="5074920" cy="1865376"/>
          </a:xfrm>
          <a:prstGeom prst="roundRect">
            <a:avLst>
              <a:gd name="adj" fmla="val 4902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pic>
        <p:nvPicPr>
          <p:cNvPr id="9" name="Image 1" descr="/tmp/claude-0/-home-user-heinrich-mario/e7688653-8e48-5480-a009-7b18c0e4f8cc/scratchpad/egypt_build/assets/ic_cannon_n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63677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087368" y="158191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Легенда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983480" y="1600200"/>
            <a:ext cx="3593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Будто бы нос отстрелили из пушки солдаты Наполеона, когда его армия пришла в Египет в 1798 году.</a:t>
            </a:r>
            <a:endParaRPr lang="en-US" sz="1100" dirty="0"/>
          </a:p>
        </p:txBody>
      </p:sp>
      <p:pic>
        <p:nvPicPr>
          <p:cNvPr id="12" name="Image 2" descr="/tmp/claude-0/-home-user-heinrich-mario/e7688653-8e48-5480-a009-7b18c0e4f8cc/scratchpad/egypt_build/assets/ic_drawing_n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13055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087368" y="20756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983480" y="2093976"/>
            <a:ext cx="3593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Датский путешественник Норден нарисовал Сфинкса в 1737 году — уже без носа. Это за 60 лет до Наполеона.</a:t>
            </a:r>
            <a:endParaRPr lang="en-US" sz="1100" dirty="0"/>
          </a:p>
        </p:txBody>
      </p:sp>
      <p:pic>
        <p:nvPicPr>
          <p:cNvPr id="15" name="Image 3" descr="/tmp/claude-0/-home-user-heinrich-mario/e7688653-8e48-5480-a009-7b18c0e4f8cc/scratchpad/egypt_build/assets/ic_chisel_n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262432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087368" y="256946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Правда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4983480" y="2587752"/>
            <a:ext cx="35935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Историк аль-Макризи писал: в 1378 году лицо изуродовал фанатик Мухаммад Саим ад-Дахр — его злило, что Сфинксу приносили дары. Следы зубил видны до сих пор.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3611880" y="3474720"/>
            <a:ext cx="1636776" cy="1188720"/>
          </a:xfrm>
          <a:prstGeom prst="roundRect">
            <a:avLst>
              <a:gd name="adj" fmla="val 7692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pic>
        <p:nvPicPr>
          <p:cNvPr id="19" name="Image 4" descr="/tmp/claude-0/-home-user-heinrich-mario/e7688653-8e48-5480-a009-7b18c0e4f8cc/scratchpad/egypt_build/assets/ic_mammoth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608" y="3575304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069080" y="356616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Мамонты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3721608" y="3931920"/>
            <a:ext cx="1435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 жили на острове Врангеля, когда строили пирамиду Хеопса.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5330952" y="3474720"/>
            <a:ext cx="1636776" cy="1188720"/>
          </a:xfrm>
          <a:prstGeom prst="roundRect">
            <a:avLst>
              <a:gd name="adj" fmla="val 7692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pic>
        <p:nvPicPr>
          <p:cNvPr id="23" name="Image 5" descr="/tmp/claude-0/-home-user-heinrich-mario/e7688653-8e48-5480-a009-7b18c0e4f8cc/scratchpad/egypt_build/assets/ic_crown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3575304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788152" y="356616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Клеопатра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5440680" y="3931920"/>
            <a:ext cx="1435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Жила ближе к полёту на Луну, чем к постройке пирамид.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7050024" y="3474720"/>
            <a:ext cx="1636776" cy="1188720"/>
          </a:xfrm>
          <a:prstGeom prst="roundRect">
            <a:avLst>
              <a:gd name="adj" fmla="val 7692"/>
            </a:avLst>
          </a:prstGeom>
          <a:solidFill>
            <a:srgbClr val="FFFCF6"/>
          </a:solidFill>
          <a:ln w="12700">
            <a:solidFill>
              <a:srgbClr val="FFFCF6"/>
            </a:solidFill>
            <a:prstDash val="solid"/>
          </a:ln>
          <a:effectLst>
            <a:outerShdw sx="100000" sy="100000" kx="0" ky="0" algn="bl" rotWithShape="0" blurRad="101600" dist="25400" dir="5400000">
              <a:srgbClr val="4A3418">
                <a:alpha val="16000"/>
              </a:srgbClr>
            </a:outerShdw>
          </a:effectLst>
        </p:spPr>
      </p:sp>
      <p:pic>
        <p:nvPicPr>
          <p:cNvPr id="27" name="Image 6" descr="/tmp/claude-0/-home-user-heinrich-mario/e7688653-8e48-5480-a009-7b18c0e4f8cc/scratchpad/egypt_build/assets/ic_paint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9752" y="3575304"/>
            <a:ext cx="292608" cy="29260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507224" y="356616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Мумии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7159752" y="3931920"/>
            <a:ext cx="1435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1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Европе из них делали лекарства и коричневую краску.</a:t>
            </a:r>
            <a:endParaRPr lang="en-US" sz="1050" dirty="0"/>
          </a:p>
        </p:txBody>
      </p:sp>
      <p:sp>
        <p:nvSpPr>
          <p:cNvPr id="30" name="Text 21"/>
          <p:cNvSpPr txBox="1"/>
          <p:nvPr/>
        </p:nvSpPr>
        <p:spPr>
          <a:xfrm>
            <a:off x="32004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spc="100" kern="0" dirty="0">
                <a:solidFill>
                  <a:srgbClr val="8A7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Heinrich Studio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einrich-mario/e7688653-8e48-5480-a009-7b18c0e4f8cc/scratchpad/egypt_build/assets/abu_simb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claude-0/-home-user-heinrich-mario/e7688653-8e48-5480-a009-7b18c0e4f8cc/scratchpad/egypt_build/assets/ov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/tmp/claude-0/-home-user-heinrich-mario/e7688653-8e48-5480-a009-7b18c0e4f8cc/scratchpad/egypt_build/assets/ic_ankh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188720"/>
            <a:ext cx="548640" cy="54864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4400" dirty="0"/>
          </a:p>
        </p:txBody>
      </p:sp>
      <p:sp>
        <p:nvSpPr>
          <p:cNvPr id="6" name="Text 1"/>
          <p:cNvSpPr txBox="1"/>
          <p:nvPr/>
        </p:nvSpPr>
        <p:spPr>
          <a:xfrm>
            <a:off x="914400" y="2788920"/>
            <a:ext cx="7315200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63500" dist="25400" dir="5400000">
              <a:srgbClr val="0000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AD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Древний Египет хранит ещё тысячи тайн — ищите их сами!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Древний Египет</dc:title>
  <dc:subject>PptxGenJS Presentation</dc:subject>
  <dc:creator>Heinrich Studio</dc:creator>
  <cp:lastModifiedBy>Heinrich Studio</cp:lastModifiedBy>
  <cp:revision>1</cp:revision>
  <dcterms:created xsi:type="dcterms:W3CDTF">2026-10-18T21:03:12Z</dcterms:created>
  <dcterms:modified xsi:type="dcterms:W3CDTF">2026-10-18T21:03:12Z</dcterms:modified>
</cp:coreProperties>
</file>